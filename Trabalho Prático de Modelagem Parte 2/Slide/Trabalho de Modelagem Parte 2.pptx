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media/image1.jpeg" ContentType="image/jpeg"/>
  <Override PartName="/ppt/media/image3.png" ContentType="image/png"/>
  <Override PartName="/ppt/media/image2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417760" y="802440"/>
            <a:ext cx="8636760" cy="25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rmAutofit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66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título Mestre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2416680" y="329400"/>
            <a:ext cx="497340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4378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5049B8-0DB8-4572-8ED6-0D0F4E548C11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" name="Straight Connector 14"/>
          <p:cNvCxnSpPr/>
          <p:nvPr/>
        </p:nvCxnSpPr>
        <p:spPr>
          <a:xfrm>
            <a:off x="2417760" y="3528360"/>
            <a:ext cx="8637120" cy="360"/>
          </a:xfrm>
          <a:prstGeom prst="straightConnector1">
            <a:avLst/>
          </a:prstGeom>
          <a:ln w="31750">
            <a:solidFill>
              <a:srgbClr val="4472c4"/>
            </a:solidFill>
            <a:round/>
          </a:ln>
        </p:spPr>
      </p:cxn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formato de texto dos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2.º nível de tópicos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3.º nível de tópicos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4.º nível de tópicos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5.º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6.º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7.º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título Mestre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Quarto nível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Quinto nível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5DA5EB-B2B2-409A-B711-C0FA0434ACBC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7" name="Straight Connector 25"/>
          <p:cNvCxnSpPr/>
          <p:nvPr/>
        </p:nvCxnSpPr>
        <p:spPr>
          <a:xfrm>
            <a:off x="1453680" y="1846800"/>
            <a:ext cx="9608040" cy="360"/>
          </a:xfrm>
          <a:prstGeom prst="straightConnector1">
            <a:avLst/>
          </a:prstGeom>
          <a:ln w="31750">
            <a:solidFill>
              <a:srgbClr val="4472c4"/>
            </a:solidFill>
            <a:round/>
          </a:ln>
        </p:spPr>
      </p:cxn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exto e Títul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439200" y="798840"/>
            <a:ext cx="1615320" cy="465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título Mestre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444680" y="798840"/>
            <a:ext cx="7828560" cy="465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Quarto nível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Quinto nível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7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8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9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AF5060-9E2C-494A-9A4A-2F8E2245E155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6" name="Straight Connector 14"/>
          <p:cNvCxnSpPr/>
          <p:nvPr/>
        </p:nvCxnSpPr>
        <p:spPr>
          <a:xfrm>
            <a:off x="9438840" y="798840"/>
            <a:ext cx="360" cy="4660200"/>
          </a:xfrm>
          <a:prstGeom prst="straightConnector1">
            <a:avLst/>
          </a:prstGeom>
          <a:ln w="31750">
            <a:solidFill>
              <a:srgbClr val="4472c4"/>
            </a:solidFill>
            <a:round/>
          </a:ln>
        </p:spPr>
      </p:cxn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9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título Mestre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451520" y="2015640"/>
            <a:ext cx="9603000" cy="34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Quarto nível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Quinto nível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0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1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2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693114-CFA2-45E7-BA71-D6211D288B68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5" name="Straight Connector 32"/>
          <p:cNvCxnSpPr/>
          <p:nvPr/>
        </p:nvCxnSpPr>
        <p:spPr>
          <a:xfrm>
            <a:off x="1453680" y="1846800"/>
            <a:ext cx="9608040" cy="360"/>
          </a:xfrm>
          <a:prstGeom prst="straightConnector1">
            <a:avLst/>
          </a:prstGeom>
          <a:ln w="31750">
            <a:solidFill>
              <a:srgbClr val="4472c4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8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454400" y="1756080"/>
            <a:ext cx="8642880" cy="188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6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título Mestre</a:t>
            </a:r>
            <a:endParaRPr b="0" lang="en-US" sz="3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454400" y="3806280"/>
            <a:ext cx="8629920" cy="101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3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14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15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5FCCE3-93BA-49C5-A18B-524EF0DB5493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4" name="Straight Connector 14"/>
          <p:cNvCxnSpPr/>
          <p:nvPr/>
        </p:nvCxnSpPr>
        <p:spPr>
          <a:xfrm>
            <a:off x="1454040" y="3804840"/>
            <a:ext cx="8631000" cy="360"/>
          </a:xfrm>
          <a:prstGeom prst="straightConnector1">
            <a:avLst/>
          </a:prstGeom>
          <a:ln w="31750">
            <a:solidFill>
              <a:srgbClr val="4472c4"/>
            </a:solidFill>
            <a:round/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449360" y="804960"/>
            <a:ext cx="9605160" cy="10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título Mestre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1447200" y="2010960"/>
            <a:ext cx="4644720" cy="344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Quarto nível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Quinto nível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413760" y="2017440"/>
            <a:ext cx="4644720" cy="34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Quarto nível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Quinto nível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6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17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18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803AC2-97E1-43B2-B8CA-6EE16E9046FF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54" name="Straight Connector 34"/>
          <p:cNvCxnSpPr/>
          <p:nvPr/>
        </p:nvCxnSpPr>
        <p:spPr>
          <a:xfrm>
            <a:off x="1453680" y="1846800"/>
            <a:ext cx="9608040" cy="360"/>
          </a:xfrm>
          <a:prstGeom prst="straightConnector1">
            <a:avLst/>
          </a:prstGeom>
          <a:ln w="31750">
            <a:solidFill>
              <a:srgbClr val="4472c4"/>
            </a:solidFill>
            <a:round/>
          </a:ln>
        </p:spPr>
      </p:cxn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7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447200" y="804240"/>
            <a:ext cx="9607320" cy="105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título Mestre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447200" y="2019600"/>
            <a:ext cx="4644720" cy="8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200" strike="noStrike" u="none" cap="all">
                <a:solidFill>
                  <a:schemeClr val="accent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1447200" y="2824200"/>
            <a:ext cx="4644720" cy="264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Quarto nível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Quinto nível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6412320" y="2022840"/>
            <a:ext cx="4644720" cy="80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2200" strike="noStrike" u="none" cap="all">
                <a:solidFill>
                  <a:schemeClr val="accent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2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412320" y="2821320"/>
            <a:ext cx="4644720" cy="263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Quarto nível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Quinto nível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dt" idx="19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7"/>
          <p:cNvSpPr>
            <a:spLocks noGrp="1"/>
          </p:cNvSpPr>
          <p:nvPr>
            <p:ph type="ftr" idx="20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8"/>
          <p:cNvSpPr>
            <a:spLocks noGrp="1"/>
          </p:cNvSpPr>
          <p:nvPr>
            <p:ph type="sldNum" idx="21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B40025-F010-4D43-94E7-6158502B49A7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66" name="Straight Connector 28"/>
          <p:cNvCxnSpPr/>
          <p:nvPr/>
        </p:nvCxnSpPr>
        <p:spPr>
          <a:xfrm>
            <a:off x="1453680" y="1846800"/>
            <a:ext cx="9608040" cy="360"/>
          </a:xfrm>
          <a:prstGeom prst="straightConnector1">
            <a:avLst/>
          </a:prstGeom>
          <a:ln w="31750">
            <a:solidFill>
              <a:srgbClr val="4472c4"/>
            </a:solidFill>
            <a:round/>
          </a:ln>
        </p:spPr>
      </p:cxn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9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451520" y="804600"/>
            <a:ext cx="9603000" cy="104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título Mestre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dt" idx="22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ftr" idx="23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sldNum" idx="24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8A8834-1FBA-42A5-B270-ECBF4DF0E287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74" name="Straight Connector 24"/>
          <p:cNvCxnSpPr/>
          <p:nvPr/>
        </p:nvCxnSpPr>
        <p:spPr>
          <a:xfrm>
            <a:off x="1453680" y="1846800"/>
            <a:ext cx="9608040" cy="360"/>
          </a:xfrm>
          <a:prstGeom prst="straightConnector1">
            <a:avLst/>
          </a:prstGeom>
          <a:ln w="31750">
            <a:solidFill>
              <a:srgbClr val="4472c4"/>
            </a:solidFill>
            <a:round/>
          </a:ln>
        </p:spPr>
      </p:cxn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formato de texto dos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2.º nível de tópicos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3.º nível de tópicos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4.º nível de tópicos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5.º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6.º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7.º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8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79" name="PlaceHolder 1"/>
          <p:cNvSpPr>
            <a:spLocks noGrp="1"/>
          </p:cNvSpPr>
          <p:nvPr>
            <p:ph type="dt" idx="25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ftr" idx="26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sldNum" idx="27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C4B7CF-3A99-4141-84E4-F6C732931B85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formato do texto do título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formato de texto dos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2.º nível de tópicos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3.º nível de tópicos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4.º nível de tópicos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5.º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6.º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7.º nível de tópicos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6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444680" y="798840"/>
            <a:ext cx="3272760" cy="224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24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título Mestre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3600" y="798840"/>
            <a:ext cx="6012000" cy="46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1" marL="6858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Segundo nível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2" marL="11430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Terceiro nível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3" marL="16002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4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Quarto nível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lvl="4" marL="2057400" indent="-228600" defTabSz="914400">
              <a:lnSpc>
                <a:spcPct val="120000"/>
              </a:lnSpc>
              <a:spcBef>
                <a:spcPts val="499"/>
              </a:spcBef>
              <a:buClr>
                <a:srgbClr val="4472c4"/>
              </a:buClr>
              <a:buFont typeface="Arial"/>
              <a:buChar char="•"/>
            </a:pPr>
            <a:r>
              <a:rPr b="0" lang="pt-BR" sz="1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Quinto nível</a:t>
            </a:r>
            <a:endParaRPr b="0" lang="en-US" sz="1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1444680" y="3205440"/>
            <a:ext cx="3274560" cy="2247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dt" idx="28"/>
          </p:nvPr>
        </p:nvSpPr>
        <p:spPr>
          <a:xfrm>
            <a:off x="7554240" y="330480"/>
            <a:ext cx="350028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ftr" idx="29"/>
          </p:nvPr>
        </p:nvSpPr>
        <p:spPr>
          <a:xfrm>
            <a:off x="1451520" y="329400"/>
            <a:ext cx="5938560" cy="30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 type="sldNum" idx="30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AB570A-4EAE-4890-BFFD-E9F4EA4D193B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93" name="Straight Connector 16"/>
          <p:cNvCxnSpPr/>
          <p:nvPr/>
        </p:nvCxnSpPr>
        <p:spPr>
          <a:xfrm>
            <a:off x="1448280" y="3205440"/>
            <a:ext cx="3269520" cy="360"/>
          </a:xfrm>
          <a:prstGeom prst="straightConnector1">
            <a:avLst/>
          </a:prstGeom>
          <a:ln w="31750">
            <a:solidFill>
              <a:srgbClr val="4472c4"/>
            </a:solidFill>
            <a:round/>
          </a:ln>
        </p:spPr>
      </p:cxn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7"/>
          <p:cNvSpPr/>
          <p:nvPr/>
        </p:nvSpPr>
        <p:spPr>
          <a:xfrm>
            <a:off x="0" y="2019600"/>
            <a:ext cx="12191760" cy="4105440"/>
          </a:xfrm>
          <a:prstGeom prst="rect">
            <a:avLst/>
          </a:prstGeom>
          <a:gradFill rotWithShape="0">
            <a:gsLst>
              <a:gs pos="0">
                <a:srgbClr val="e7e6e6">
                  <a:alpha val="0"/>
                </a:srgbClr>
              </a:gs>
              <a:gs pos="100000">
                <a:srgbClr val="e7e6e6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6" descr=""/>
          <p:cNvPicPr/>
          <p:nvPr/>
        </p:nvPicPr>
        <p:blipFill>
          <a:blip r:embed="rId2"/>
          <a:srcRect l="0" t="1526" r="0" b="-1526"/>
          <a:stretch/>
        </p:blipFill>
        <p:spPr>
          <a:xfrm>
            <a:off x="0" y="6126480"/>
            <a:ext cx="12191760" cy="7426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6" name="Straight Connector 9"/>
          <p:cNvCxnSpPr/>
          <p:nvPr/>
        </p:nvCxnSpPr>
        <p:spPr>
          <a:xfrm>
            <a:off x="0" y="6128280"/>
            <a:ext cx="12192120" cy="360"/>
          </a:xfrm>
          <a:prstGeom prst="straightConnector1">
            <a:avLst/>
          </a:prstGeom>
          <a:ln w="12700">
            <a:solidFill>
              <a:srgbClr val="000001">
                <a:alpha val="20000"/>
              </a:srgbClr>
            </a:solidFill>
            <a:round/>
          </a:ln>
        </p:spPr>
      </p:cxnSp>
      <p:grpSp>
        <p:nvGrpSpPr>
          <p:cNvPr id="97" name="Group 7"/>
          <p:cNvGrpSpPr/>
          <p:nvPr/>
        </p:nvGrpSpPr>
        <p:grpSpPr>
          <a:xfrm>
            <a:off x="7477560" y="482040"/>
            <a:ext cx="4074120" cy="5148720"/>
            <a:chOff x="7477560" y="482040"/>
            <a:chExt cx="4074120" cy="5148720"/>
          </a:xfrm>
        </p:grpSpPr>
        <p:sp>
          <p:nvSpPr>
            <p:cNvPr id="98" name="Rectangle 17"/>
            <p:cNvSpPr/>
            <p:nvPr/>
          </p:nvSpPr>
          <p:spPr>
            <a:xfrm>
              <a:off x="7477560" y="482040"/>
              <a:ext cx="4074120" cy="5148720"/>
            </a:xfrm>
            <a:prstGeom prst="rect">
              <a:avLst/>
            </a:prstGeom>
            <a:gradFill rotWithShape="0"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/>
            </a:gradFill>
            <a:ln w="76200">
              <a:noFill/>
            </a:ln>
            <a:effectLst>
              <a:outerShdw algn="tl" blurRad="127080" dir="4740526" dist="228470" rotWithShape="0" sx="98000" sy="98000">
                <a:srgbClr val="000000">
                  <a:alpha val="34000"/>
                </a:srgbClr>
              </a:outerShdw>
            </a:effectLst>
            <a:scene3d>
              <a:camera prst="orthographicFront"/>
              <a:lightRig dir="t" rig="threePt"/>
            </a:scene3d>
            <a:sp3d>
              <a:bevelT prst="softRound" w="152400" h="50800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Rectangle 18"/>
            <p:cNvSpPr/>
            <p:nvPr/>
          </p:nvSpPr>
          <p:spPr>
            <a:xfrm>
              <a:off x="7790400" y="812520"/>
              <a:ext cx="3449880" cy="4466160"/>
            </a:xfrm>
            <a:prstGeom prst="rect">
              <a:avLst/>
            </a:prstGeom>
            <a:gradFill rotWithShape="0"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/>
            </a:gradFill>
            <a:ln w="50800">
              <a:solidFill>
                <a:srgbClr val="191919"/>
              </a:solidFill>
              <a:miter/>
            </a:ln>
            <a:effectLst>
              <a:innerShdw blurRad="63500" dir="14100000" dist="88900">
                <a:srgbClr val="000000">
                  <a:alpha val="30000"/>
                </a:srgbClr>
              </a:innerShdw>
            </a:effectLst>
            <a:scene3d>
              <a:camera prst="orthographicFront"/>
              <a:lightRig dir="t" rig="threeP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51160" y="1129680"/>
            <a:ext cx="5532120" cy="183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3200" strike="noStrike" u="none" cap="all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 título Mestre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8124480" y="1122480"/>
            <a:ext cx="2790720" cy="3866040"/>
          </a:xfrm>
          <a:prstGeom prst="rect">
            <a:avLst/>
          </a:prstGeom>
          <a:solidFill>
            <a:schemeClr val="lt1">
              <a:lumMod val="85000"/>
            </a:schemeClr>
          </a:solidFill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no ícone para adicionar uma imagem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1450440" y="3146040"/>
            <a:ext cx="5524200" cy="200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Gill Sans MT"/>
              </a:rPr>
              <a:t>Clique para editar os estilos de texto Mestres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31"/>
          </p:nvPr>
        </p:nvSpPr>
        <p:spPr>
          <a:xfrm>
            <a:off x="1447560" y="5469840"/>
            <a:ext cx="5527080" cy="31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pt-BR" sz="1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Gill Sans MT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ftr" idx="32"/>
          </p:nvPr>
        </p:nvSpPr>
        <p:spPr>
          <a:xfrm>
            <a:off x="1447560" y="318600"/>
            <a:ext cx="5540760" cy="32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6"/>
          <p:cNvSpPr>
            <a:spLocks noGrp="1"/>
          </p:cNvSpPr>
          <p:nvPr>
            <p:ph type="sldNum" idx="33"/>
          </p:nvPr>
        </p:nvSpPr>
        <p:spPr>
          <a:xfrm>
            <a:off x="480240" y="798840"/>
            <a:ext cx="810720" cy="50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2A1BDD-3121-440C-84A3-1055C60B4231}" type="slidenum">
              <a:rPr b="0" lang="pt-BR" sz="2800" strike="noStrike" u="none">
                <a:solidFill>
                  <a:schemeClr val="accent1"/>
                </a:solidFill>
                <a:effectLst/>
                <a:uFillTx/>
                <a:latin typeface="Gill Sans MT"/>
              </a:rPr>
              <a:t>&lt;número&gt;</a:t>
            </a:fld>
            <a:endParaRPr b="0" lang="pt-BR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106" name="Straight Connector 30"/>
          <p:cNvCxnSpPr/>
          <p:nvPr/>
        </p:nvCxnSpPr>
        <p:spPr>
          <a:xfrm>
            <a:off x="1447200" y="3143520"/>
            <a:ext cx="5527800" cy="360"/>
          </a:xfrm>
          <a:prstGeom prst="straightConnector1">
            <a:avLst/>
          </a:prstGeom>
          <a:ln w="31750">
            <a:solidFill>
              <a:srgbClr val="4472c4"/>
            </a:solidFill>
            <a:round/>
          </a:ln>
        </p:spPr>
      </p:cxn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930240" y="693720"/>
            <a:ext cx="10042200" cy="273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rmAutofit lnSpcReduction="9999"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66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Trabalho de Modelagem de Software</a:t>
            </a:r>
            <a:endParaRPr b="0" lang="en-US" sz="66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1268640" y="3429000"/>
            <a:ext cx="7766640" cy="185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5000" lnSpcReduction="19999"/>
          </a:bodyPr>
          <a:p>
            <a:pPr indent="0" algn="just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6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indent="-857160" defTabSz="914400">
              <a:lnSpc>
                <a:spcPct val="120000"/>
              </a:lnSpc>
              <a:spcBef>
                <a:spcPts val="1001"/>
              </a:spcBef>
              <a:buClr>
                <a:srgbClr val="ed7d31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pt-BR" sz="26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Gabriel Teixeira Picardi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 indent="-857160" defTabSz="914400">
              <a:lnSpc>
                <a:spcPct val="120000"/>
              </a:lnSpc>
              <a:spcBef>
                <a:spcPts val="1001"/>
              </a:spcBef>
              <a:buClr>
                <a:srgbClr val="ed7d31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1" lang="pt-BR" sz="26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Hygor Moreira Reis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m 5" descr=""/>
          <p:cNvPicPr/>
          <p:nvPr/>
        </p:nvPicPr>
        <p:blipFill>
          <a:blip r:embed="rId1"/>
          <a:stretch/>
        </p:blipFill>
        <p:spPr>
          <a:xfrm>
            <a:off x="0" y="5234040"/>
            <a:ext cx="4224960" cy="92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074600" y="693720"/>
            <a:ext cx="10042200" cy="273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60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Diagrama de Estado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Imagem 4" descr=""/>
          <p:cNvPicPr/>
          <p:nvPr/>
        </p:nvPicPr>
        <p:blipFill>
          <a:blip r:embed="rId1"/>
          <a:stretch/>
        </p:blipFill>
        <p:spPr>
          <a:xfrm>
            <a:off x="0" y="-112680"/>
            <a:ext cx="12191760" cy="728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82880" y="196920"/>
            <a:ext cx="4458960" cy="81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pt-BR" sz="3200" strike="noStrike" u="none" cap="all">
                <a:solidFill>
                  <a:schemeClr val="accent1"/>
                </a:solidFill>
                <a:effectLst/>
                <a:uFillTx/>
                <a:latin typeface="Times New Roman"/>
              </a:rPr>
              <a:t>AtendimentO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m 3" descr=""/>
          <p:cNvPicPr/>
          <p:nvPr/>
        </p:nvPicPr>
        <p:blipFill>
          <a:blip r:embed="rId1"/>
          <a:stretch/>
        </p:blipFill>
        <p:spPr>
          <a:xfrm>
            <a:off x="2468520" y="0"/>
            <a:ext cx="7254360" cy="609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CaixaDeTexto 17"/>
          <p:cNvSpPr/>
          <p:nvPr/>
        </p:nvSpPr>
        <p:spPr>
          <a:xfrm>
            <a:off x="323640" y="309600"/>
            <a:ext cx="2391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32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MEDIDOR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aixaDeTexto 17"/>
          <p:cNvSpPr/>
          <p:nvPr/>
        </p:nvSpPr>
        <p:spPr>
          <a:xfrm>
            <a:off x="323640" y="309600"/>
            <a:ext cx="239112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32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FATURA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m 2" descr=""/>
          <p:cNvPicPr/>
          <p:nvPr/>
        </p:nvPicPr>
        <p:blipFill>
          <a:blip r:embed="rId1"/>
          <a:stretch/>
        </p:blipFill>
        <p:spPr>
          <a:xfrm>
            <a:off x="2025000" y="0"/>
            <a:ext cx="8141400" cy="607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074600" y="693720"/>
            <a:ext cx="10042200" cy="273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60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Diagrama de Classe de Projeto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12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074600" y="693720"/>
            <a:ext cx="10042200" cy="273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60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Diagrama de Sequência de Projeto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Imagem 5" descr=""/>
          <p:cNvPicPr/>
          <p:nvPr/>
        </p:nvPicPr>
        <p:blipFill>
          <a:blip r:embed="rId1"/>
          <a:stretch/>
        </p:blipFill>
        <p:spPr>
          <a:xfrm>
            <a:off x="0" y="647280"/>
            <a:ext cx="12191760" cy="547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CaixaDeTexto 6"/>
          <p:cNvSpPr/>
          <p:nvPr/>
        </p:nvSpPr>
        <p:spPr>
          <a:xfrm>
            <a:off x="196920" y="168840"/>
            <a:ext cx="2976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32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INSTALAÇÃO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aixaDeTexto 6"/>
          <p:cNvSpPr/>
          <p:nvPr/>
        </p:nvSpPr>
        <p:spPr>
          <a:xfrm>
            <a:off x="196920" y="168840"/>
            <a:ext cx="297612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32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SERVIÇO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m 2" descr=""/>
          <p:cNvPicPr/>
          <p:nvPr/>
        </p:nvPicPr>
        <p:blipFill>
          <a:blip r:embed="rId1"/>
          <a:stretch/>
        </p:blipFill>
        <p:spPr>
          <a:xfrm>
            <a:off x="0" y="938880"/>
            <a:ext cx="12191760" cy="497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aixaDeTexto 6"/>
          <p:cNvSpPr/>
          <p:nvPr/>
        </p:nvSpPr>
        <p:spPr>
          <a:xfrm>
            <a:off x="196920" y="168840"/>
            <a:ext cx="575316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32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VERIFICAR PAGAMENTO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m 2" descr=""/>
          <p:cNvPicPr/>
          <p:nvPr/>
        </p:nvPicPr>
        <p:blipFill>
          <a:blip r:embed="rId1"/>
          <a:stretch/>
        </p:blipFill>
        <p:spPr>
          <a:xfrm>
            <a:off x="0" y="1188000"/>
            <a:ext cx="12191760" cy="4482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074600" y="693720"/>
            <a:ext cx="10042200" cy="273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0" anchor="b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pt-BR" sz="60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Diagrama de IMPLANTAÇÃO</a:t>
            </a:r>
            <a:endParaRPr b="0" lang="en-US" sz="60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aixaDeTexto 6"/>
          <p:cNvSpPr/>
          <p:nvPr/>
        </p:nvSpPr>
        <p:spPr>
          <a:xfrm>
            <a:off x="196920" y="168840"/>
            <a:ext cx="575316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32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SISTEMA WEB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m 3" descr=""/>
          <p:cNvPicPr/>
          <p:nvPr/>
        </p:nvPicPr>
        <p:blipFill>
          <a:blip r:embed="rId1"/>
          <a:stretch/>
        </p:blipFill>
        <p:spPr>
          <a:xfrm>
            <a:off x="0" y="661320"/>
            <a:ext cx="12191760" cy="541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CaixaDeTexto 6"/>
          <p:cNvSpPr/>
          <p:nvPr/>
        </p:nvSpPr>
        <p:spPr>
          <a:xfrm>
            <a:off x="196920" y="168840"/>
            <a:ext cx="5753160" cy="10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3200" strike="noStrike" u="none">
                <a:solidFill>
                  <a:schemeClr val="accent1"/>
                </a:solidFill>
                <a:effectLst/>
                <a:uFillTx/>
                <a:latin typeface="Times New Roman"/>
              </a:rPr>
              <a:t>SISTEMA ANDROID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m 2" descr=""/>
          <p:cNvPicPr/>
          <p:nvPr/>
        </p:nvPicPr>
        <p:blipFill>
          <a:blip r:embed="rId1"/>
          <a:stretch/>
        </p:blipFill>
        <p:spPr>
          <a:xfrm>
            <a:off x="0" y="689400"/>
            <a:ext cx="12191760" cy="541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0" y="804600"/>
            <a:ext cx="12191760" cy="487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pt-BR" sz="149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 </a:t>
            </a:r>
            <a:br>
              <a:rPr sz="14900"/>
            </a:br>
            <a:r>
              <a:rPr b="0" lang="pt-BR" sz="149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     </a:t>
            </a:r>
            <a:r>
              <a:rPr b="0" lang="pt-BR" sz="10300" strike="noStrike" u="none" cap="all">
                <a:solidFill>
                  <a:schemeClr val="dk1"/>
                </a:solidFill>
                <a:effectLst/>
                <a:uFillTx/>
                <a:latin typeface="Times New Roman"/>
              </a:rPr>
              <a:t>Obrigado!</a:t>
            </a:r>
            <a:endParaRPr b="0" lang="en-US" sz="10300" strike="noStrike" u="non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aleri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leria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4000"/>
                <a:lumMod val="110000"/>
              </a:schemeClr>
            </a:gs>
            <a:gs pos="100000">
              <a:schemeClr val="phClr">
                <a:tint val="78000"/>
                <a:lumMod val="10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8000"/>
                <a:lumMod val="104000"/>
              </a:schemeClr>
            </a:gs>
            <a:gs pos="69000">
              <a:schemeClr val="phClr">
                <a:shade val="88000"/>
                <a:lumMod val="92000"/>
              </a:schemeClr>
            </a:gs>
            <a:gs pos="100000">
              <a:schemeClr val="phClr">
                <a:shade val="78000"/>
                <a:lumMod val="92000"/>
              </a:schemeClr>
            </a:gs>
          </a:gsLst>
          <a:lin ang="5400000" scaled="0"/>
          <a:tileRect l="0" t="0" r="0" b="0"/>
        </a:gradFill>
      </a:fillStyleLst>
      <a:lnStyleLst>
        <a:ln w="9525" cap="flat" cmpd="sng" algn="ctr">
          <a:prstDash val="solid"/>
        </a:ln>
        <a:ln w="15875" cap="flat" cmpd="sng" algn="ctr">
          <a:prstDash val="solid"/>
        </a:ln>
        <a:ln w="2222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94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TM10001114[[fn=Galeria]]</Template>
  <TotalTime>1897</TotalTime>
  <Application>LibreOffice/25.2.7.2$Windows_X86_64 LibreOffice_project/5cbfd1ab6520636bb5f7b99185aa69bd7456825d</Application>
  <AppVersion>15.0000</AppVersion>
  <Words>43</Words>
  <Paragraphs>17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2022-06-13T16:34:12Z</dcterms:created>
  <dc:creator>Hygor Reis</dc:creator>
  <dc:description/>
  <dc:language>pt-BR</dc:language>
  <cp:lastModifiedBy/>
  <dcterms:modified xsi:type="dcterms:W3CDTF">2025-12-11T13:46:16Z</dcterms:modified>
  <cp:revision>51</cp:revision>
  <dc:subject/>
  <dc:title>Trabalho de inglês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15</vt:i4>
  </property>
</Properties>
</file>