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media/image1.jpeg" ContentType="image/jpeg"/>
  <Override PartName="/ppt/media/image3.png" ContentType="image/png"/>
  <Override PartName="/ppt/media/image2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media/image10.png" ContentType="image/png"/>
  <Override PartName="/ppt/media/image11.png" ContentType="image/png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m Branc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angle 7"/>
          <p:cNvSpPr/>
          <p:nvPr/>
        </p:nvSpPr>
        <p:spPr>
          <a:xfrm>
            <a:off x="0" y="2019600"/>
            <a:ext cx="12191400" cy="4105080"/>
          </a:xfrm>
          <a:prstGeom prst="rect">
            <a:avLst/>
          </a:prstGeom>
          <a:gradFill rotWithShape="0">
            <a:gsLst>
              <a:gs pos="0">
                <a:srgbClr val="e7e6e6">
                  <a:alpha val="0"/>
                </a:srgbClr>
              </a:gs>
              <a:gs pos="100000">
                <a:srgbClr val="e7e6e6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" name="Picture 6" descr=""/>
          <p:cNvPicPr/>
          <p:nvPr/>
        </p:nvPicPr>
        <p:blipFill>
          <a:blip r:embed="rId2"/>
          <a:srcRect l="0" t="1526" r="0" b="-1526"/>
          <a:stretch/>
        </p:blipFill>
        <p:spPr>
          <a:xfrm>
            <a:off x="0" y="6126480"/>
            <a:ext cx="12191400" cy="7423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2" name="Straight Connector 9"/>
          <p:cNvCxnSpPr/>
          <p:nvPr/>
        </p:nvCxnSpPr>
        <p:spPr>
          <a:xfrm>
            <a:off x="0" y="6128280"/>
            <a:ext cx="12192480" cy="720"/>
          </a:xfrm>
          <a:prstGeom prst="straightConnector1">
            <a:avLst/>
          </a:prstGeom>
          <a:ln w="12700">
            <a:solidFill>
              <a:srgbClr val="000001">
                <a:alpha val="20000"/>
              </a:srgbClr>
            </a:solidFill>
            <a:round/>
          </a:ln>
        </p:spPr>
      </p:cxnSp>
      <p:sp>
        <p:nvSpPr>
          <p:cNvPr id="3" name="PlaceHolder 1"/>
          <p:cNvSpPr>
            <a:spLocks noGrp="1"/>
          </p:cNvSpPr>
          <p:nvPr>
            <p:ph type="dt" idx="1"/>
          </p:nvPr>
        </p:nvSpPr>
        <p:spPr>
          <a:xfrm>
            <a:off x="7554240" y="330480"/>
            <a:ext cx="3499920" cy="308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pt-BR" sz="1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Gill Sans MT"/>
              </a:rPr>
              <a:t>&lt;data/hora&gt;</a:t>
            </a:r>
            <a:endParaRPr b="0" lang="pt-B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ftr" idx="2"/>
          </p:nvPr>
        </p:nvSpPr>
        <p:spPr>
          <a:xfrm>
            <a:off x="1451520" y="329400"/>
            <a:ext cx="5938200" cy="308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sldNum" idx="3"/>
          </p:nvPr>
        </p:nvSpPr>
        <p:spPr>
          <a:xfrm>
            <a:off x="480240" y="798840"/>
            <a:ext cx="810360" cy="50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pt-BR" sz="2800" strike="noStrike" u="none">
                <a:solidFill>
                  <a:schemeClr val="accent1"/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CFAB31A0-05F0-4AB2-8A7E-EE9373AB7B0D}" type="slidenum">
              <a:rPr b="0" lang="pt-BR" sz="2800" strike="noStrike" u="none">
                <a:solidFill>
                  <a:schemeClr val="accent1"/>
                </a:solidFill>
                <a:effectLst/>
                <a:uFillTx/>
                <a:latin typeface="Gill Sans MT"/>
              </a:rPr>
              <a:t>&lt;número&gt;</a:t>
            </a:fld>
            <a:endParaRPr b="0" lang="pt-BR" sz="2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Clique para editar o formato do texto do título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2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Clique para editar o formato de texto dos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2.º nível de tópicos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2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3.º nível de tópicos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2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4.º nível de tópicos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5.º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6.º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7.º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údo com Le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600"/>
            <a:ext cx="12191400" cy="4105080"/>
          </a:xfrm>
          <a:prstGeom prst="rect">
            <a:avLst/>
          </a:prstGeom>
          <a:gradFill rotWithShape="0">
            <a:gsLst>
              <a:gs pos="0">
                <a:srgbClr val="e7e6e6">
                  <a:alpha val="0"/>
                </a:srgbClr>
              </a:gs>
              <a:gs pos="100000">
                <a:srgbClr val="e7e6e6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" name="Picture 6" descr=""/>
          <p:cNvPicPr/>
          <p:nvPr/>
        </p:nvPicPr>
        <p:blipFill>
          <a:blip r:embed="rId2"/>
          <a:srcRect l="0" t="1526" r="0" b="-1526"/>
          <a:stretch/>
        </p:blipFill>
        <p:spPr>
          <a:xfrm>
            <a:off x="0" y="6126480"/>
            <a:ext cx="12191400" cy="7423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10" name="Straight Connector 9"/>
          <p:cNvCxnSpPr/>
          <p:nvPr/>
        </p:nvCxnSpPr>
        <p:spPr>
          <a:xfrm>
            <a:off x="0" y="6128280"/>
            <a:ext cx="12192480" cy="720"/>
          </a:xfrm>
          <a:prstGeom prst="straightConnector1">
            <a:avLst/>
          </a:prstGeom>
          <a:ln w="12700">
            <a:solidFill>
              <a:srgbClr val="000001">
                <a:alpha val="20000"/>
              </a:srgbClr>
            </a:solidFill>
            <a:round/>
          </a:ln>
        </p:spPr>
      </p:cxnSp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1444680" y="798840"/>
            <a:ext cx="3272400" cy="224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pt-BR" sz="2400" strike="noStrike" u="none" cap="all">
                <a:solidFill>
                  <a:schemeClr val="dk1"/>
                </a:solidFill>
                <a:effectLst/>
                <a:uFillTx/>
                <a:latin typeface="Gill Sans MT"/>
              </a:rPr>
              <a:t>Clique para editar o título Mestre</a:t>
            </a:r>
            <a:endParaRPr b="0" lang="pt-B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5043600" y="798840"/>
            <a:ext cx="6011640" cy="465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4472c4"/>
              </a:buClr>
              <a:buFont typeface="Arial"/>
              <a:buChar char="•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Clique para editar os estilos de texto Mestres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120000"/>
              </a:lnSpc>
              <a:spcBef>
                <a:spcPts val="499"/>
              </a:spcBef>
              <a:buClr>
                <a:srgbClr val="4472c4"/>
              </a:buClr>
              <a:buFont typeface="Arial"/>
              <a:buChar char="•"/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Segundo nível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20000"/>
              </a:lnSpc>
              <a:spcBef>
                <a:spcPts val="499"/>
              </a:spcBef>
              <a:buClr>
                <a:srgbClr val="4472c4"/>
              </a:buClr>
              <a:buFont typeface="Arial"/>
              <a:buChar char="•"/>
            </a:pPr>
            <a:r>
              <a:rPr b="0" lang="pt-BR" sz="16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Terceiro nível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20000"/>
              </a:lnSpc>
              <a:spcBef>
                <a:spcPts val="499"/>
              </a:spcBef>
              <a:buClr>
                <a:srgbClr val="4472c4"/>
              </a:buClr>
              <a:buFont typeface="Arial"/>
              <a:buChar char="•"/>
            </a:pPr>
            <a:r>
              <a:rPr b="0" lang="pt-BR" sz="14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Quarto nível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20000"/>
              </a:lnSpc>
              <a:spcBef>
                <a:spcPts val="499"/>
              </a:spcBef>
              <a:buClr>
                <a:srgbClr val="4472c4"/>
              </a:buClr>
              <a:buFont typeface="Arial"/>
              <a:buChar char="•"/>
            </a:pPr>
            <a:r>
              <a:rPr b="0" lang="pt-BR" sz="12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Quinto nível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1444680" y="3205440"/>
            <a:ext cx="3274200" cy="224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pt-BR" sz="16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Clique para editar os estilos de texto Mestres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dt" idx="4"/>
          </p:nvPr>
        </p:nvSpPr>
        <p:spPr>
          <a:xfrm>
            <a:off x="7554240" y="330480"/>
            <a:ext cx="3499920" cy="308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pt-BR" sz="1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Gill Sans MT"/>
              </a:rPr>
              <a:t>&lt;data/hora&gt;</a:t>
            </a:r>
            <a:endParaRPr b="0" lang="pt-B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ftr" idx="5"/>
          </p:nvPr>
        </p:nvSpPr>
        <p:spPr>
          <a:xfrm>
            <a:off x="1451520" y="329400"/>
            <a:ext cx="5938200" cy="308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6"/>
          </p:nvPr>
        </p:nvSpPr>
        <p:spPr>
          <a:xfrm>
            <a:off x="480240" y="798840"/>
            <a:ext cx="810360" cy="50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pt-BR" sz="2800" strike="noStrike" u="none">
                <a:solidFill>
                  <a:schemeClr val="accent1"/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542B5BA3-AAFE-4924-BA96-EB8F404A0AA2}" type="slidenum">
              <a:rPr b="0" lang="pt-BR" sz="2800" strike="noStrike" u="none">
                <a:solidFill>
                  <a:schemeClr val="accent1"/>
                </a:solidFill>
                <a:effectLst/>
                <a:uFillTx/>
                <a:latin typeface="Gill Sans MT"/>
              </a:rPr>
              <a:t>&lt;número&gt;</a:t>
            </a:fld>
            <a:endParaRPr b="0" lang="pt-BR" sz="2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40"/>
            <a:ext cx="3269880" cy="720"/>
          </a:xfrm>
          <a:prstGeom prst="straightConnector1">
            <a:avLst/>
          </a:prstGeom>
          <a:ln w="31750">
            <a:solidFill>
              <a:srgbClr val="4472c4"/>
            </a:solidFill>
            <a:round/>
          </a:ln>
        </p:spPr>
      </p:cxn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magem com Le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7"/>
          <p:cNvSpPr/>
          <p:nvPr/>
        </p:nvSpPr>
        <p:spPr>
          <a:xfrm>
            <a:off x="0" y="2019600"/>
            <a:ext cx="12191400" cy="4105080"/>
          </a:xfrm>
          <a:prstGeom prst="rect">
            <a:avLst/>
          </a:prstGeom>
          <a:gradFill rotWithShape="0">
            <a:gsLst>
              <a:gs pos="0">
                <a:srgbClr val="e7e6e6">
                  <a:alpha val="0"/>
                </a:srgbClr>
              </a:gs>
              <a:gs pos="100000">
                <a:srgbClr val="e7e6e6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" name="Picture 6" descr=""/>
          <p:cNvPicPr/>
          <p:nvPr/>
        </p:nvPicPr>
        <p:blipFill>
          <a:blip r:embed="rId2"/>
          <a:srcRect l="0" t="1526" r="0" b="-1526"/>
          <a:stretch/>
        </p:blipFill>
        <p:spPr>
          <a:xfrm>
            <a:off x="0" y="6126480"/>
            <a:ext cx="12191400" cy="7423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20" name="Straight Connector 9"/>
          <p:cNvCxnSpPr/>
          <p:nvPr/>
        </p:nvCxnSpPr>
        <p:spPr>
          <a:xfrm>
            <a:off x="0" y="6128280"/>
            <a:ext cx="12192480" cy="720"/>
          </a:xfrm>
          <a:prstGeom prst="straightConnector1">
            <a:avLst/>
          </a:prstGeom>
          <a:ln w="12700">
            <a:solidFill>
              <a:srgbClr val="000001">
                <a:alpha val="20000"/>
              </a:srgbClr>
            </a:solidFill>
            <a:round/>
          </a:ln>
        </p:spPr>
      </p:cxnSp>
      <p:grpSp>
        <p:nvGrpSpPr>
          <p:cNvPr id="21" name="Group 7"/>
          <p:cNvGrpSpPr/>
          <p:nvPr/>
        </p:nvGrpSpPr>
        <p:grpSpPr>
          <a:xfrm>
            <a:off x="7477560" y="482040"/>
            <a:ext cx="4073760" cy="5148360"/>
            <a:chOff x="7477560" y="482040"/>
            <a:chExt cx="4073760" cy="5148360"/>
          </a:xfrm>
        </p:grpSpPr>
        <p:sp>
          <p:nvSpPr>
            <p:cNvPr id="22" name="Rectangle 17"/>
            <p:cNvSpPr/>
            <p:nvPr/>
          </p:nvSpPr>
          <p:spPr>
            <a:xfrm>
              <a:off x="7477560" y="482040"/>
              <a:ext cx="4073760" cy="5148360"/>
            </a:xfrm>
            <a:prstGeom prst="rect">
              <a:avLst/>
            </a:prstGeom>
            <a:gradFill rotWithShape="0">
              <a:gsLst>
                <a:gs pos="0">
                  <a:srgbClr val="000001"/>
                </a:gs>
                <a:gs pos="100000">
                  <a:srgbClr val="191919"/>
                </a:gs>
              </a:gsLst>
              <a:lin ang="5400000"/>
            </a:gradFill>
            <a:ln w="76200">
              <a:noFill/>
            </a:ln>
            <a:effectLst>
              <a:outerShdw algn="tl" blurRad="127080" dir="4740526" dist="228470" rotWithShape="0" sx="98000" sy="98000">
                <a:srgbClr val="000000">
                  <a:alpha val="34000"/>
                </a:srgbClr>
              </a:outerShdw>
            </a:effectLst>
            <a:scene3d>
              <a:camera prst="orthographicFront"/>
              <a:lightRig dir="t" rig="threePt"/>
            </a:scene3d>
            <a:sp3d>
              <a:bevelT prst="softRound" w="152400" h="50800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pt-BR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" name="Rectangle 18"/>
            <p:cNvSpPr/>
            <p:nvPr/>
          </p:nvSpPr>
          <p:spPr>
            <a:xfrm>
              <a:off x="7790400" y="812520"/>
              <a:ext cx="3449520" cy="4465800"/>
            </a:xfrm>
            <a:prstGeom prst="rect">
              <a:avLst/>
            </a:prstGeom>
            <a:gradFill rotWithShape="0"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/>
            </a:gradFill>
            <a:ln w="50800">
              <a:solidFill>
                <a:srgbClr val="191919"/>
              </a:solidFill>
              <a:miter/>
            </a:ln>
            <a:effectLst>
              <a:innerShdw blurRad="63500" dir="14100000" dist="88900">
                <a:srgbClr val="000000">
                  <a:alpha val="30000"/>
                </a:srgbClr>
              </a:innerShdw>
            </a:effectLst>
            <a:scene3d>
              <a:camera prst="orthographicFront"/>
              <a:lightRig dir="t" rig="threeP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pt-BR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1451160" y="1129680"/>
            <a:ext cx="5531760" cy="182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pt-BR" sz="3200" strike="noStrike" u="none" cap="all">
                <a:solidFill>
                  <a:schemeClr val="dk1"/>
                </a:solidFill>
                <a:effectLst/>
                <a:uFillTx/>
                <a:latin typeface="Gill Sans MT"/>
              </a:rPr>
              <a:t>Clique para editar o título Mestre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8124480" y="1122480"/>
            <a:ext cx="2790360" cy="3865680"/>
          </a:xfrm>
          <a:prstGeom prst="rect">
            <a:avLst/>
          </a:prstGeom>
          <a:solidFill>
            <a:schemeClr val="lt1">
              <a:lumMod val="85000"/>
            </a:schemeClr>
          </a:solidFill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32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Clique no ícone para adicionar uma imagem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1450440" y="3146040"/>
            <a:ext cx="5523840" cy="2003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Clique para editar os estilos de texto Mestres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dt" idx="7"/>
          </p:nvPr>
        </p:nvSpPr>
        <p:spPr>
          <a:xfrm>
            <a:off x="1447560" y="5469840"/>
            <a:ext cx="5526720" cy="31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pt-BR" sz="1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Gill Sans MT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Gill Sans MT"/>
              </a:rPr>
              <a:t>&lt;data/hora&gt;</a:t>
            </a:r>
            <a:endParaRPr b="0" lang="pt-B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ftr" idx="8"/>
          </p:nvPr>
        </p:nvSpPr>
        <p:spPr>
          <a:xfrm>
            <a:off x="1447560" y="318600"/>
            <a:ext cx="5540400" cy="32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6"/>
          <p:cNvSpPr>
            <a:spLocks noGrp="1"/>
          </p:cNvSpPr>
          <p:nvPr>
            <p:ph type="sldNum" idx="9"/>
          </p:nvPr>
        </p:nvSpPr>
        <p:spPr>
          <a:xfrm>
            <a:off x="480240" y="798840"/>
            <a:ext cx="810360" cy="50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pt-BR" sz="2800" strike="noStrike" u="none">
                <a:solidFill>
                  <a:schemeClr val="accent1"/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692D1E70-B67C-4BF8-A04C-3A41E88296AD}" type="slidenum">
              <a:rPr b="0" lang="pt-BR" sz="2800" strike="noStrike" u="none">
                <a:solidFill>
                  <a:schemeClr val="accent1"/>
                </a:solidFill>
                <a:effectLst/>
                <a:uFillTx/>
                <a:latin typeface="Gill Sans MT"/>
              </a:rPr>
              <a:t>&lt;número&gt;</a:t>
            </a:fld>
            <a:endParaRPr b="0" lang="pt-BR" sz="2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30" name="Straight Connector 30"/>
          <p:cNvCxnSpPr/>
          <p:nvPr/>
        </p:nvCxnSpPr>
        <p:spPr>
          <a:xfrm>
            <a:off x="1447200" y="3143520"/>
            <a:ext cx="5528160" cy="720"/>
          </a:xfrm>
          <a:prstGeom prst="straightConnector1">
            <a:avLst/>
          </a:prstGeom>
          <a:ln w="31750">
            <a:solidFill>
              <a:srgbClr val="4472c4"/>
            </a:solidFill>
            <a:round/>
          </a:ln>
        </p:spPr>
      </p:cxn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lide de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7"/>
          <p:cNvSpPr/>
          <p:nvPr/>
        </p:nvSpPr>
        <p:spPr>
          <a:xfrm>
            <a:off x="0" y="2019600"/>
            <a:ext cx="12191400" cy="4105080"/>
          </a:xfrm>
          <a:prstGeom prst="rect">
            <a:avLst/>
          </a:prstGeom>
          <a:gradFill rotWithShape="0">
            <a:gsLst>
              <a:gs pos="0">
                <a:srgbClr val="e7e6e6">
                  <a:alpha val="0"/>
                </a:srgbClr>
              </a:gs>
              <a:gs pos="100000">
                <a:srgbClr val="e7e6e6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" name="Picture 6" descr=""/>
          <p:cNvPicPr/>
          <p:nvPr/>
        </p:nvPicPr>
        <p:blipFill>
          <a:blip r:embed="rId2"/>
          <a:srcRect l="0" t="1526" r="0" b="-1526"/>
          <a:stretch/>
        </p:blipFill>
        <p:spPr>
          <a:xfrm>
            <a:off x="0" y="6126480"/>
            <a:ext cx="12191400" cy="7423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33" name="Straight Connector 9"/>
          <p:cNvCxnSpPr/>
          <p:nvPr/>
        </p:nvCxnSpPr>
        <p:spPr>
          <a:xfrm>
            <a:off x="0" y="6128280"/>
            <a:ext cx="12192480" cy="720"/>
          </a:xfrm>
          <a:prstGeom prst="straightConnector1">
            <a:avLst/>
          </a:prstGeom>
          <a:ln w="12700">
            <a:solidFill>
              <a:srgbClr val="000001">
                <a:alpha val="20000"/>
              </a:srgbClr>
            </a:solidFill>
            <a:round/>
          </a:ln>
        </p:spPr>
      </p:cxnSp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2417760" y="802440"/>
            <a:ext cx="8636400" cy="254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0" anchor="b">
            <a:normAutofit lnSpcReduction="9999"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pt-BR" sz="6600" strike="noStrike" u="none" cap="all">
                <a:solidFill>
                  <a:schemeClr val="dk1"/>
                </a:solidFill>
                <a:effectLst/>
                <a:uFillTx/>
                <a:latin typeface="Gill Sans MT"/>
              </a:rPr>
              <a:t>Clique para editar o título Mestre</a:t>
            </a:r>
            <a:endParaRPr b="0" lang="pt-BR" sz="6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dt" idx="10"/>
          </p:nvPr>
        </p:nvSpPr>
        <p:spPr>
          <a:xfrm>
            <a:off x="7554240" y="330480"/>
            <a:ext cx="3499920" cy="308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pt-BR" sz="1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Gill Sans MT"/>
              </a:rPr>
              <a:t>&lt;data/hora&gt;</a:t>
            </a:r>
            <a:endParaRPr b="0" lang="pt-B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ftr" idx="11"/>
          </p:nvPr>
        </p:nvSpPr>
        <p:spPr>
          <a:xfrm>
            <a:off x="2416680" y="329400"/>
            <a:ext cx="4973040" cy="308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sldNum" idx="12"/>
          </p:nvPr>
        </p:nvSpPr>
        <p:spPr>
          <a:xfrm>
            <a:off x="1437840" y="798840"/>
            <a:ext cx="810360" cy="50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pt-BR" sz="2800" strike="noStrike" u="none">
                <a:solidFill>
                  <a:schemeClr val="accent1"/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7E793384-EE74-4E8A-BBC5-EDC7325DB0FA}" type="slidenum">
              <a:rPr b="0" lang="pt-BR" sz="2800" strike="noStrike" u="none">
                <a:solidFill>
                  <a:schemeClr val="accent1"/>
                </a:solidFill>
                <a:effectLst/>
                <a:uFillTx/>
                <a:latin typeface="Gill Sans MT"/>
              </a:rPr>
              <a:t>&lt;número&gt;</a:t>
            </a:fld>
            <a:endParaRPr b="0" lang="pt-BR" sz="2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38" name="Straight Connector 14"/>
          <p:cNvCxnSpPr/>
          <p:nvPr/>
        </p:nvCxnSpPr>
        <p:spPr>
          <a:xfrm>
            <a:off x="2417760" y="3528360"/>
            <a:ext cx="8637480" cy="720"/>
          </a:xfrm>
          <a:prstGeom prst="straightConnector1">
            <a:avLst/>
          </a:prstGeom>
          <a:ln w="31750">
            <a:solidFill>
              <a:srgbClr val="4472c4"/>
            </a:solidFill>
            <a:round/>
          </a:ln>
        </p:spPr>
      </p:cxnSp>
      <p:sp>
        <p:nvSpPr>
          <p:cNvPr id="3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2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Clique para editar o formato de texto dos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2.º nível de tópicos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2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3.º nível de tópicos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2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4.º nível de tópicos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5.º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6.º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7.º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ítulo e Texto Vertic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7"/>
          <p:cNvSpPr/>
          <p:nvPr/>
        </p:nvSpPr>
        <p:spPr>
          <a:xfrm>
            <a:off x="0" y="2019600"/>
            <a:ext cx="12191400" cy="4105080"/>
          </a:xfrm>
          <a:prstGeom prst="rect">
            <a:avLst/>
          </a:prstGeom>
          <a:gradFill rotWithShape="0">
            <a:gsLst>
              <a:gs pos="0">
                <a:srgbClr val="e7e6e6">
                  <a:alpha val="0"/>
                </a:srgbClr>
              </a:gs>
              <a:gs pos="100000">
                <a:srgbClr val="e7e6e6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" name="Picture 6" descr=""/>
          <p:cNvPicPr/>
          <p:nvPr/>
        </p:nvPicPr>
        <p:blipFill>
          <a:blip r:embed="rId2"/>
          <a:srcRect l="0" t="1526" r="0" b="-1526"/>
          <a:stretch/>
        </p:blipFill>
        <p:spPr>
          <a:xfrm>
            <a:off x="0" y="6126480"/>
            <a:ext cx="12191400" cy="7423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42" name="Straight Connector 9"/>
          <p:cNvCxnSpPr/>
          <p:nvPr/>
        </p:nvCxnSpPr>
        <p:spPr>
          <a:xfrm>
            <a:off x="0" y="6128280"/>
            <a:ext cx="12192480" cy="720"/>
          </a:xfrm>
          <a:prstGeom prst="straightConnector1">
            <a:avLst/>
          </a:prstGeom>
          <a:ln w="12700">
            <a:solidFill>
              <a:srgbClr val="000001">
                <a:alpha val="20000"/>
              </a:srgbClr>
            </a:solidFill>
            <a:round/>
          </a:ln>
        </p:spPr>
      </p:cxnSp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1451520" y="804600"/>
            <a:ext cx="9602640" cy="104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pt-BR" sz="3200" strike="noStrike" u="none" cap="all">
                <a:solidFill>
                  <a:schemeClr val="dk1"/>
                </a:solidFill>
                <a:effectLst/>
                <a:uFillTx/>
                <a:latin typeface="Gill Sans MT"/>
              </a:rPr>
              <a:t>Clique para editar o título Mestre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1451520" y="2015640"/>
            <a:ext cx="9602640" cy="34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4472c4"/>
              </a:buClr>
              <a:buFont typeface="Arial"/>
              <a:buChar char="•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Clique para editar os estilos de texto Mestres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120000"/>
              </a:lnSpc>
              <a:spcBef>
                <a:spcPts val="499"/>
              </a:spcBef>
              <a:buClr>
                <a:srgbClr val="4472c4"/>
              </a:buClr>
              <a:buFont typeface="Arial"/>
              <a:buChar char="•"/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Segundo nível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20000"/>
              </a:lnSpc>
              <a:spcBef>
                <a:spcPts val="499"/>
              </a:spcBef>
              <a:buClr>
                <a:srgbClr val="4472c4"/>
              </a:buClr>
              <a:buFont typeface="Arial"/>
              <a:buChar char="•"/>
            </a:pPr>
            <a:r>
              <a:rPr b="0" lang="pt-BR" sz="16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Terceiro nível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20000"/>
              </a:lnSpc>
              <a:spcBef>
                <a:spcPts val="499"/>
              </a:spcBef>
              <a:buClr>
                <a:srgbClr val="4472c4"/>
              </a:buClr>
              <a:buFont typeface="Arial"/>
              <a:buChar char="•"/>
            </a:pPr>
            <a:r>
              <a:rPr b="0" lang="pt-BR" sz="14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Quarto nível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20000"/>
              </a:lnSpc>
              <a:spcBef>
                <a:spcPts val="499"/>
              </a:spcBef>
              <a:buClr>
                <a:srgbClr val="4472c4"/>
              </a:buClr>
              <a:buFont typeface="Arial"/>
              <a:buChar char="•"/>
            </a:pPr>
            <a:r>
              <a:rPr b="0" lang="pt-BR" sz="12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Quinto nível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dt" idx="13"/>
          </p:nvPr>
        </p:nvSpPr>
        <p:spPr>
          <a:xfrm>
            <a:off x="7554240" y="330480"/>
            <a:ext cx="3499920" cy="308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pt-BR" sz="1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Gill Sans MT"/>
              </a:rPr>
              <a:t>&lt;data/hora&gt;</a:t>
            </a:r>
            <a:endParaRPr b="0" lang="pt-B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ftr" idx="14"/>
          </p:nvPr>
        </p:nvSpPr>
        <p:spPr>
          <a:xfrm>
            <a:off x="1451520" y="329400"/>
            <a:ext cx="5938200" cy="308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 idx="15"/>
          </p:nvPr>
        </p:nvSpPr>
        <p:spPr>
          <a:xfrm>
            <a:off x="480240" y="798840"/>
            <a:ext cx="810360" cy="50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pt-BR" sz="2800" strike="noStrike" u="none">
                <a:solidFill>
                  <a:schemeClr val="accent1"/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C2AB3B38-691E-48EF-B01B-9F9861A5117E}" type="slidenum">
              <a:rPr b="0" lang="pt-BR" sz="2800" strike="noStrike" u="none">
                <a:solidFill>
                  <a:schemeClr val="accent1"/>
                </a:solidFill>
                <a:effectLst/>
                <a:uFillTx/>
                <a:latin typeface="Gill Sans MT"/>
              </a:rPr>
              <a:t>&lt;número&gt;</a:t>
            </a:fld>
            <a:endParaRPr b="0" lang="pt-BR" sz="2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48" name="Straight Connector 25"/>
          <p:cNvCxnSpPr/>
          <p:nvPr/>
        </p:nvCxnSpPr>
        <p:spPr>
          <a:xfrm>
            <a:off x="1453680" y="1846800"/>
            <a:ext cx="9608400" cy="720"/>
          </a:xfrm>
          <a:prstGeom prst="straightConnector1">
            <a:avLst/>
          </a:prstGeom>
          <a:ln w="31750">
            <a:solidFill>
              <a:srgbClr val="4472c4"/>
            </a:solidFill>
            <a:round/>
          </a:ln>
        </p:spPr>
      </p:cxn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Texto e Título Vertic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7"/>
          <p:cNvSpPr/>
          <p:nvPr/>
        </p:nvSpPr>
        <p:spPr>
          <a:xfrm>
            <a:off x="0" y="2019600"/>
            <a:ext cx="12191400" cy="4105080"/>
          </a:xfrm>
          <a:prstGeom prst="rect">
            <a:avLst/>
          </a:prstGeom>
          <a:gradFill rotWithShape="0">
            <a:gsLst>
              <a:gs pos="0">
                <a:srgbClr val="e7e6e6">
                  <a:alpha val="0"/>
                </a:srgbClr>
              </a:gs>
              <a:gs pos="100000">
                <a:srgbClr val="e7e6e6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" name="Picture 6" descr=""/>
          <p:cNvPicPr/>
          <p:nvPr/>
        </p:nvPicPr>
        <p:blipFill>
          <a:blip r:embed="rId2"/>
          <a:srcRect l="0" t="1526" r="0" b="-1526"/>
          <a:stretch/>
        </p:blipFill>
        <p:spPr>
          <a:xfrm>
            <a:off x="0" y="6126480"/>
            <a:ext cx="12191400" cy="7423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51" name="Straight Connector 9"/>
          <p:cNvCxnSpPr/>
          <p:nvPr/>
        </p:nvCxnSpPr>
        <p:spPr>
          <a:xfrm>
            <a:off x="0" y="6128280"/>
            <a:ext cx="12192480" cy="720"/>
          </a:xfrm>
          <a:prstGeom prst="straightConnector1">
            <a:avLst/>
          </a:prstGeom>
          <a:ln w="12700">
            <a:solidFill>
              <a:srgbClr val="000001">
                <a:alpha val="20000"/>
              </a:srgbClr>
            </a:solidFill>
            <a:round/>
          </a:ln>
        </p:spPr>
      </p:cxnSp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9439200" y="798840"/>
            <a:ext cx="1614960" cy="465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pt-BR" sz="3200" strike="noStrike" u="none" cap="all">
                <a:solidFill>
                  <a:schemeClr val="dk1"/>
                </a:solidFill>
                <a:effectLst/>
                <a:uFillTx/>
                <a:latin typeface="Gill Sans MT"/>
              </a:rPr>
              <a:t>Clique para editar o título Mestre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1444680" y="798840"/>
            <a:ext cx="7828200" cy="465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4472c4"/>
              </a:buClr>
              <a:buFont typeface="Arial"/>
              <a:buChar char="•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Clique para editar os estilos de texto Mestres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120000"/>
              </a:lnSpc>
              <a:spcBef>
                <a:spcPts val="499"/>
              </a:spcBef>
              <a:buClr>
                <a:srgbClr val="4472c4"/>
              </a:buClr>
              <a:buFont typeface="Arial"/>
              <a:buChar char="•"/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Segundo nível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20000"/>
              </a:lnSpc>
              <a:spcBef>
                <a:spcPts val="499"/>
              </a:spcBef>
              <a:buClr>
                <a:srgbClr val="4472c4"/>
              </a:buClr>
              <a:buFont typeface="Arial"/>
              <a:buChar char="•"/>
            </a:pPr>
            <a:r>
              <a:rPr b="0" lang="pt-BR" sz="16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Terceiro nível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20000"/>
              </a:lnSpc>
              <a:spcBef>
                <a:spcPts val="499"/>
              </a:spcBef>
              <a:buClr>
                <a:srgbClr val="4472c4"/>
              </a:buClr>
              <a:buFont typeface="Arial"/>
              <a:buChar char="•"/>
            </a:pPr>
            <a:r>
              <a:rPr b="0" lang="pt-BR" sz="14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Quarto nível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20000"/>
              </a:lnSpc>
              <a:spcBef>
                <a:spcPts val="499"/>
              </a:spcBef>
              <a:buClr>
                <a:srgbClr val="4472c4"/>
              </a:buClr>
              <a:buFont typeface="Arial"/>
              <a:buChar char="•"/>
            </a:pPr>
            <a:r>
              <a:rPr b="0" lang="pt-BR" sz="12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Quinto nível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dt" idx="16"/>
          </p:nvPr>
        </p:nvSpPr>
        <p:spPr>
          <a:xfrm>
            <a:off x="7554240" y="330480"/>
            <a:ext cx="3499920" cy="308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pt-BR" sz="1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Gill Sans MT"/>
              </a:rPr>
              <a:t>&lt;data/hora&gt;</a:t>
            </a:r>
            <a:endParaRPr b="0" lang="pt-B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ftr" idx="17"/>
          </p:nvPr>
        </p:nvSpPr>
        <p:spPr>
          <a:xfrm>
            <a:off x="1451520" y="329400"/>
            <a:ext cx="5938200" cy="308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5"/>
          <p:cNvSpPr>
            <a:spLocks noGrp="1"/>
          </p:cNvSpPr>
          <p:nvPr>
            <p:ph type="sldNum" idx="18"/>
          </p:nvPr>
        </p:nvSpPr>
        <p:spPr>
          <a:xfrm>
            <a:off x="480240" y="798840"/>
            <a:ext cx="810360" cy="50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pt-BR" sz="2800" strike="noStrike" u="none">
                <a:solidFill>
                  <a:schemeClr val="accent1"/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B4CD7037-27EC-49C3-AC0A-2529AA08F241}" type="slidenum">
              <a:rPr b="0" lang="pt-BR" sz="2800" strike="noStrike" u="none">
                <a:solidFill>
                  <a:schemeClr val="accent1"/>
                </a:solidFill>
                <a:effectLst/>
                <a:uFillTx/>
                <a:latin typeface="Gill Sans MT"/>
              </a:rPr>
              <a:t>&lt;número&gt;</a:t>
            </a:fld>
            <a:endParaRPr b="0" lang="pt-BR" sz="2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57" name="Straight Connector 14"/>
          <p:cNvCxnSpPr/>
          <p:nvPr/>
        </p:nvCxnSpPr>
        <p:spPr>
          <a:xfrm>
            <a:off x="9438840" y="798840"/>
            <a:ext cx="720" cy="4660560"/>
          </a:xfrm>
          <a:prstGeom prst="straightConnector1">
            <a:avLst/>
          </a:prstGeom>
          <a:ln w="31750">
            <a:solidFill>
              <a:srgbClr val="4472c4"/>
            </a:solidFill>
            <a:round/>
          </a:ln>
        </p:spPr>
      </p:cxn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ítulo e Conteú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 7"/>
          <p:cNvSpPr/>
          <p:nvPr/>
        </p:nvSpPr>
        <p:spPr>
          <a:xfrm>
            <a:off x="0" y="2019600"/>
            <a:ext cx="12191400" cy="4105080"/>
          </a:xfrm>
          <a:prstGeom prst="rect">
            <a:avLst/>
          </a:prstGeom>
          <a:gradFill rotWithShape="0">
            <a:gsLst>
              <a:gs pos="0">
                <a:srgbClr val="e7e6e6">
                  <a:alpha val="0"/>
                </a:srgbClr>
              </a:gs>
              <a:gs pos="100000">
                <a:srgbClr val="e7e6e6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" name="Picture 6" descr=""/>
          <p:cNvPicPr/>
          <p:nvPr/>
        </p:nvPicPr>
        <p:blipFill>
          <a:blip r:embed="rId2"/>
          <a:srcRect l="0" t="1526" r="0" b="-1526"/>
          <a:stretch/>
        </p:blipFill>
        <p:spPr>
          <a:xfrm>
            <a:off x="0" y="6126480"/>
            <a:ext cx="12191400" cy="7423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60" name="Straight Connector 9"/>
          <p:cNvCxnSpPr/>
          <p:nvPr/>
        </p:nvCxnSpPr>
        <p:spPr>
          <a:xfrm>
            <a:off x="0" y="6128280"/>
            <a:ext cx="12192480" cy="720"/>
          </a:xfrm>
          <a:prstGeom prst="straightConnector1">
            <a:avLst/>
          </a:prstGeom>
          <a:ln w="12700">
            <a:solidFill>
              <a:srgbClr val="000001">
                <a:alpha val="20000"/>
              </a:srgbClr>
            </a:solidFill>
            <a:round/>
          </a:ln>
        </p:spPr>
      </p:cxnSp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451520" y="804600"/>
            <a:ext cx="9602640" cy="104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pt-BR" sz="3200" strike="noStrike" u="none" cap="all">
                <a:solidFill>
                  <a:schemeClr val="dk1"/>
                </a:solidFill>
                <a:effectLst/>
                <a:uFillTx/>
                <a:latin typeface="Gill Sans MT"/>
              </a:rPr>
              <a:t>Clique para editar o título Mestre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451520" y="2015640"/>
            <a:ext cx="9602640" cy="34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4472c4"/>
              </a:buClr>
              <a:buFont typeface="Arial"/>
              <a:buChar char="•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Clique para editar os estilos de texto Mestres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120000"/>
              </a:lnSpc>
              <a:spcBef>
                <a:spcPts val="499"/>
              </a:spcBef>
              <a:buClr>
                <a:srgbClr val="4472c4"/>
              </a:buClr>
              <a:buFont typeface="Arial"/>
              <a:buChar char="•"/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Segundo nível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20000"/>
              </a:lnSpc>
              <a:spcBef>
                <a:spcPts val="499"/>
              </a:spcBef>
              <a:buClr>
                <a:srgbClr val="4472c4"/>
              </a:buClr>
              <a:buFont typeface="Arial"/>
              <a:buChar char="•"/>
            </a:pPr>
            <a:r>
              <a:rPr b="0" lang="pt-BR" sz="16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Terceiro nível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20000"/>
              </a:lnSpc>
              <a:spcBef>
                <a:spcPts val="499"/>
              </a:spcBef>
              <a:buClr>
                <a:srgbClr val="4472c4"/>
              </a:buClr>
              <a:buFont typeface="Arial"/>
              <a:buChar char="•"/>
            </a:pPr>
            <a:r>
              <a:rPr b="0" lang="pt-BR" sz="14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Quarto nível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20000"/>
              </a:lnSpc>
              <a:spcBef>
                <a:spcPts val="499"/>
              </a:spcBef>
              <a:buClr>
                <a:srgbClr val="4472c4"/>
              </a:buClr>
              <a:buFont typeface="Arial"/>
              <a:buChar char="•"/>
            </a:pPr>
            <a:r>
              <a:rPr b="0" lang="pt-BR" sz="12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Quinto nível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dt" idx="19"/>
          </p:nvPr>
        </p:nvSpPr>
        <p:spPr>
          <a:xfrm>
            <a:off x="7554240" y="330480"/>
            <a:ext cx="3499920" cy="308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pt-BR" sz="1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Gill Sans MT"/>
              </a:rPr>
              <a:t>&lt;data/hora&gt;</a:t>
            </a:r>
            <a:endParaRPr b="0" lang="pt-B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ftr" idx="20"/>
          </p:nvPr>
        </p:nvSpPr>
        <p:spPr>
          <a:xfrm>
            <a:off x="1451520" y="329400"/>
            <a:ext cx="5938200" cy="308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sldNum" idx="21"/>
          </p:nvPr>
        </p:nvSpPr>
        <p:spPr>
          <a:xfrm>
            <a:off x="480240" y="798840"/>
            <a:ext cx="810360" cy="50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pt-BR" sz="2800" strike="noStrike" u="none">
                <a:solidFill>
                  <a:schemeClr val="accent1"/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0B8C00E8-8714-44B3-8EC9-D56B411EB570}" type="slidenum">
              <a:rPr b="0" lang="pt-BR" sz="2800" strike="noStrike" u="none">
                <a:solidFill>
                  <a:schemeClr val="accent1"/>
                </a:solidFill>
                <a:effectLst/>
                <a:uFillTx/>
                <a:latin typeface="Gill Sans MT"/>
              </a:rPr>
              <a:t>&lt;número&gt;</a:t>
            </a:fld>
            <a:endParaRPr b="0" lang="pt-BR" sz="2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66" name="Straight Connector 32"/>
          <p:cNvCxnSpPr/>
          <p:nvPr/>
        </p:nvCxnSpPr>
        <p:spPr>
          <a:xfrm>
            <a:off x="1453680" y="1846800"/>
            <a:ext cx="9608400" cy="720"/>
          </a:xfrm>
          <a:prstGeom prst="straightConnector1">
            <a:avLst/>
          </a:prstGeom>
          <a:ln w="31750">
            <a:solidFill>
              <a:srgbClr val="4472c4"/>
            </a:solidFill>
            <a:round/>
          </a:ln>
        </p:spPr>
      </p:cxn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beçalho da Seçã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7"/>
          <p:cNvSpPr/>
          <p:nvPr/>
        </p:nvSpPr>
        <p:spPr>
          <a:xfrm>
            <a:off x="0" y="2019600"/>
            <a:ext cx="12191400" cy="4105080"/>
          </a:xfrm>
          <a:prstGeom prst="rect">
            <a:avLst/>
          </a:prstGeom>
          <a:gradFill rotWithShape="0">
            <a:gsLst>
              <a:gs pos="0">
                <a:srgbClr val="e7e6e6">
                  <a:alpha val="0"/>
                </a:srgbClr>
              </a:gs>
              <a:gs pos="100000">
                <a:srgbClr val="e7e6e6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" name="Picture 6" descr=""/>
          <p:cNvPicPr/>
          <p:nvPr/>
        </p:nvPicPr>
        <p:blipFill>
          <a:blip r:embed="rId2"/>
          <a:srcRect l="0" t="1526" r="0" b="-1526"/>
          <a:stretch/>
        </p:blipFill>
        <p:spPr>
          <a:xfrm>
            <a:off x="0" y="6126480"/>
            <a:ext cx="12191400" cy="7423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69" name="Straight Connector 9"/>
          <p:cNvCxnSpPr/>
          <p:nvPr/>
        </p:nvCxnSpPr>
        <p:spPr>
          <a:xfrm>
            <a:off x="0" y="6128280"/>
            <a:ext cx="12192480" cy="720"/>
          </a:xfrm>
          <a:prstGeom prst="straightConnector1">
            <a:avLst/>
          </a:prstGeom>
          <a:ln w="12700">
            <a:solidFill>
              <a:srgbClr val="000001">
                <a:alpha val="20000"/>
              </a:srgbClr>
            </a:solidFill>
            <a:round/>
          </a:ln>
        </p:spPr>
      </p:cxnSp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1454400" y="1756080"/>
            <a:ext cx="8642520" cy="188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pt-BR" sz="3600" strike="noStrike" u="none" cap="all">
                <a:solidFill>
                  <a:schemeClr val="dk1"/>
                </a:solidFill>
                <a:effectLst/>
                <a:uFillTx/>
                <a:latin typeface="Gill Sans MT"/>
              </a:rPr>
              <a:t>Clique para editar o título Mestre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1454400" y="3806280"/>
            <a:ext cx="8629560" cy="1012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45720" anchor="t">
            <a:norm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Clique para editar os estilos de texto Mestres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dt" idx="22"/>
          </p:nvPr>
        </p:nvSpPr>
        <p:spPr>
          <a:xfrm>
            <a:off x="7554240" y="330480"/>
            <a:ext cx="3499920" cy="308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pt-BR" sz="1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Gill Sans MT"/>
              </a:rPr>
              <a:t>&lt;data/hora&gt;</a:t>
            </a:r>
            <a:endParaRPr b="0" lang="pt-B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ftr" idx="23"/>
          </p:nvPr>
        </p:nvSpPr>
        <p:spPr>
          <a:xfrm>
            <a:off x="1451520" y="329400"/>
            <a:ext cx="5938200" cy="308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 type="sldNum" idx="24"/>
          </p:nvPr>
        </p:nvSpPr>
        <p:spPr>
          <a:xfrm>
            <a:off x="480240" y="798840"/>
            <a:ext cx="810360" cy="50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pt-BR" sz="2800" strike="noStrike" u="none">
                <a:solidFill>
                  <a:schemeClr val="accent1"/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121783A1-FED6-4C80-84D3-005B5D1BFECE}" type="slidenum">
              <a:rPr b="0" lang="pt-BR" sz="2800" strike="noStrike" u="none">
                <a:solidFill>
                  <a:schemeClr val="accent1"/>
                </a:solidFill>
                <a:effectLst/>
                <a:uFillTx/>
                <a:latin typeface="Gill Sans MT"/>
              </a:rPr>
              <a:t>&lt;número&gt;</a:t>
            </a:fld>
            <a:endParaRPr b="0" lang="pt-BR" sz="2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75" name="Straight Connector 14"/>
          <p:cNvCxnSpPr/>
          <p:nvPr/>
        </p:nvCxnSpPr>
        <p:spPr>
          <a:xfrm>
            <a:off x="1454040" y="3804840"/>
            <a:ext cx="8631360" cy="720"/>
          </a:xfrm>
          <a:prstGeom prst="straightConnector1">
            <a:avLst/>
          </a:prstGeom>
          <a:ln w="31750">
            <a:solidFill>
              <a:srgbClr val="4472c4"/>
            </a:solidFill>
            <a:round/>
          </a:ln>
        </p:spPr>
      </p:cxn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uas Partes de Conteú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 7"/>
          <p:cNvSpPr/>
          <p:nvPr/>
        </p:nvSpPr>
        <p:spPr>
          <a:xfrm>
            <a:off x="0" y="2019600"/>
            <a:ext cx="12191400" cy="4105080"/>
          </a:xfrm>
          <a:prstGeom prst="rect">
            <a:avLst/>
          </a:prstGeom>
          <a:gradFill rotWithShape="0">
            <a:gsLst>
              <a:gs pos="0">
                <a:srgbClr val="e7e6e6">
                  <a:alpha val="0"/>
                </a:srgbClr>
              </a:gs>
              <a:gs pos="100000">
                <a:srgbClr val="e7e6e6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7" name="Picture 6" descr=""/>
          <p:cNvPicPr/>
          <p:nvPr/>
        </p:nvPicPr>
        <p:blipFill>
          <a:blip r:embed="rId2"/>
          <a:srcRect l="0" t="1526" r="0" b="-1526"/>
          <a:stretch/>
        </p:blipFill>
        <p:spPr>
          <a:xfrm>
            <a:off x="0" y="6126480"/>
            <a:ext cx="12191400" cy="7423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78" name="Straight Connector 9"/>
          <p:cNvCxnSpPr/>
          <p:nvPr/>
        </p:nvCxnSpPr>
        <p:spPr>
          <a:xfrm>
            <a:off x="0" y="6128280"/>
            <a:ext cx="12192480" cy="720"/>
          </a:xfrm>
          <a:prstGeom prst="straightConnector1">
            <a:avLst/>
          </a:prstGeom>
          <a:ln w="12700">
            <a:solidFill>
              <a:srgbClr val="000001">
                <a:alpha val="20000"/>
              </a:srgbClr>
            </a:solidFill>
            <a:round/>
          </a:ln>
        </p:spPr>
      </p:cxnSp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1449360" y="804960"/>
            <a:ext cx="9604800" cy="105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pt-BR" sz="3200" strike="noStrike" u="none" cap="all">
                <a:solidFill>
                  <a:schemeClr val="dk1"/>
                </a:solidFill>
                <a:effectLst/>
                <a:uFillTx/>
                <a:latin typeface="Gill Sans MT"/>
              </a:rPr>
              <a:t>Clique para editar o título Mestre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body"/>
          </p:nvPr>
        </p:nvSpPr>
        <p:spPr>
          <a:xfrm>
            <a:off x="1447200" y="2010960"/>
            <a:ext cx="4644360" cy="3447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4472c4"/>
              </a:buClr>
              <a:buFont typeface="Arial"/>
              <a:buChar char="•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Clique para editar os estilos de texto Mestres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120000"/>
              </a:lnSpc>
              <a:spcBef>
                <a:spcPts val="499"/>
              </a:spcBef>
              <a:buClr>
                <a:srgbClr val="4472c4"/>
              </a:buClr>
              <a:buFont typeface="Arial"/>
              <a:buChar char="•"/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Segundo nível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20000"/>
              </a:lnSpc>
              <a:spcBef>
                <a:spcPts val="499"/>
              </a:spcBef>
              <a:buClr>
                <a:srgbClr val="4472c4"/>
              </a:buClr>
              <a:buFont typeface="Arial"/>
              <a:buChar char="•"/>
            </a:pPr>
            <a:r>
              <a:rPr b="0" lang="pt-BR" sz="16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Terceiro nível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20000"/>
              </a:lnSpc>
              <a:spcBef>
                <a:spcPts val="499"/>
              </a:spcBef>
              <a:buClr>
                <a:srgbClr val="4472c4"/>
              </a:buClr>
              <a:buFont typeface="Arial"/>
              <a:buChar char="•"/>
            </a:pPr>
            <a:r>
              <a:rPr b="0" lang="pt-BR" sz="14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Quarto nível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20000"/>
              </a:lnSpc>
              <a:spcBef>
                <a:spcPts val="499"/>
              </a:spcBef>
              <a:buClr>
                <a:srgbClr val="4472c4"/>
              </a:buClr>
              <a:buFont typeface="Arial"/>
              <a:buChar char="•"/>
            </a:pPr>
            <a:r>
              <a:rPr b="0" lang="pt-BR" sz="12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Quinto nível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body"/>
          </p:nvPr>
        </p:nvSpPr>
        <p:spPr>
          <a:xfrm>
            <a:off x="6413760" y="2017440"/>
            <a:ext cx="4644360" cy="344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4472c4"/>
              </a:buClr>
              <a:buFont typeface="Arial"/>
              <a:buChar char="•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Clique para editar os estilos de texto Mestres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120000"/>
              </a:lnSpc>
              <a:spcBef>
                <a:spcPts val="499"/>
              </a:spcBef>
              <a:buClr>
                <a:srgbClr val="4472c4"/>
              </a:buClr>
              <a:buFont typeface="Arial"/>
              <a:buChar char="•"/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Segundo nível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20000"/>
              </a:lnSpc>
              <a:spcBef>
                <a:spcPts val="499"/>
              </a:spcBef>
              <a:buClr>
                <a:srgbClr val="4472c4"/>
              </a:buClr>
              <a:buFont typeface="Arial"/>
              <a:buChar char="•"/>
            </a:pPr>
            <a:r>
              <a:rPr b="0" lang="pt-BR" sz="16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Terceiro nível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20000"/>
              </a:lnSpc>
              <a:spcBef>
                <a:spcPts val="499"/>
              </a:spcBef>
              <a:buClr>
                <a:srgbClr val="4472c4"/>
              </a:buClr>
              <a:buFont typeface="Arial"/>
              <a:buChar char="•"/>
            </a:pPr>
            <a:r>
              <a:rPr b="0" lang="pt-BR" sz="14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Quarto nível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20000"/>
              </a:lnSpc>
              <a:spcBef>
                <a:spcPts val="499"/>
              </a:spcBef>
              <a:buClr>
                <a:srgbClr val="4472c4"/>
              </a:buClr>
              <a:buFont typeface="Arial"/>
              <a:buChar char="•"/>
            </a:pPr>
            <a:r>
              <a:rPr b="0" lang="pt-BR" sz="12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Quinto nível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 type="dt" idx="25"/>
          </p:nvPr>
        </p:nvSpPr>
        <p:spPr>
          <a:xfrm>
            <a:off x="7554240" y="330480"/>
            <a:ext cx="3499920" cy="308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pt-BR" sz="1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Gill Sans MT"/>
              </a:rPr>
              <a:t>&lt;data/hora&gt;</a:t>
            </a:r>
            <a:endParaRPr b="0" lang="pt-B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5"/>
          <p:cNvSpPr>
            <a:spLocks noGrp="1"/>
          </p:cNvSpPr>
          <p:nvPr>
            <p:ph type="ftr" idx="26"/>
          </p:nvPr>
        </p:nvSpPr>
        <p:spPr>
          <a:xfrm>
            <a:off x="1451520" y="329400"/>
            <a:ext cx="5938200" cy="308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PlaceHolder 6"/>
          <p:cNvSpPr>
            <a:spLocks noGrp="1"/>
          </p:cNvSpPr>
          <p:nvPr>
            <p:ph type="sldNum" idx="27"/>
          </p:nvPr>
        </p:nvSpPr>
        <p:spPr>
          <a:xfrm>
            <a:off x="480240" y="798840"/>
            <a:ext cx="810360" cy="50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pt-BR" sz="2800" strike="noStrike" u="none">
                <a:solidFill>
                  <a:schemeClr val="accent1"/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662A7AF6-FD7C-4ED5-8D7D-7C215A4D4F37}" type="slidenum">
              <a:rPr b="0" lang="pt-BR" sz="2800" strike="noStrike" u="none">
                <a:solidFill>
                  <a:schemeClr val="accent1"/>
                </a:solidFill>
                <a:effectLst/>
                <a:uFillTx/>
                <a:latin typeface="Gill Sans MT"/>
              </a:rPr>
              <a:t>&lt;número&gt;</a:t>
            </a:fld>
            <a:endParaRPr b="0" lang="pt-BR" sz="2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85" name="Straight Connector 34"/>
          <p:cNvCxnSpPr/>
          <p:nvPr/>
        </p:nvCxnSpPr>
        <p:spPr>
          <a:xfrm>
            <a:off x="1453680" y="1846800"/>
            <a:ext cx="9608400" cy="720"/>
          </a:xfrm>
          <a:prstGeom prst="straightConnector1">
            <a:avLst/>
          </a:prstGeom>
          <a:ln w="31750">
            <a:solidFill>
              <a:srgbClr val="4472c4"/>
            </a:solidFill>
            <a:round/>
          </a:ln>
        </p:spPr>
      </p:cxn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açã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Rectangle 7"/>
          <p:cNvSpPr/>
          <p:nvPr/>
        </p:nvSpPr>
        <p:spPr>
          <a:xfrm>
            <a:off x="0" y="2019600"/>
            <a:ext cx="12191400" cy="4105080"/>
          </a:xfrm>
          <a:prstGeom prst="rect">
            <a:avLst/>
          </a:prstGeom>
          <a:gradFill rotWithShape="0">
            <a:gsLst>
              <a:gs pos="0">
                <a:srgbClr val="e7e6e6">
                  <a:alpha val="0"/>
                </a:srgbClr>
              </a:gs>
              <a:gs pos="100000">
                <a:srgbClr val="e7e6e6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7" name="Picture 6" descr=""/>
          <p:cNvPicPr/>
          <p:nvPr/>
        </p:nvPicPr>
        <p:blipFill>
          <a:blip r:embed="rId2"/>
          <a:srcRect l="0" t="1526" r="0" b="-1526"/>
          <a:stretch/>
        </p:blipFill>
        <p:spPr>
          <a:xfrm>
            <a:off x="0" y="6126480"/>
            <a:ext cx="12191400" cy="7423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88" name="Straight Connector 9"/>
          <p:cNvCxnSpPr/>
          <p:nvPr/>
        </p:nvCxnSpPr>
        <p:spPr>
          <a:xfrm>
            <a:off x="0" y="6128280"/>
            <a:ext cx="12192480" cy="720"/>
          </a:xfrm>
          <a:prstGeom prst="straightConnector1">
            <a:avLst/>
          </a:prstGeom>
          <a:ln w="12700">
            <a:solidFill>
              <a:srgbClr val="000001">
                <a:alpha val="20000"/>
              </a:srgbClr>
            </a:solidFill>
            <a:round/>
          </a:ln>
        </p:spPr>
      </p:cxnSp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1447200" y="804240"/>
            <a:ext cx="9606960" cy="1055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pt-BR" sz="3200" strike="noStrike" u="none" cap="all">
                <a:solidFill>
                  <a:schemeClr val="dk1"/>
                </a:solidFill>
                <a:effectLst/>
                <a:uFillTx/>
                <a:latin typeface="Gill Sans MT"/>
              </a:rPr>
              <a:t>Clique para editar o título Mestre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body"/>
          </p:nvPr>
        </p:nvSpPr>
        <p:spPr>
          <a:xfrm>
            <a:off x="1447200" y="2019600"/>
            <a:ext cx="4644360" cy="80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pt-BR" sz="2200" strike="noStrike" u="none" cap="all">
                <a:solidFill>
                  <a:schemeClr val="accent1"/>
                </a:solidFill>
                <a:effectLst/>
                <a:uFillTx/>
                <a:latin typeface="Gill Sans MT"/>
              </a:rPr>
              <a:t>Clique para editar os estilos de texto Mestres</a:t>
            </a:r>
            <a:endParaRPr b="0" lang="pt-BR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 type="body"/>
          </p:nvPr>
        </p:nvSpPr>
        <p:spPr>
          <a:xfrm>
            <a:off x="1447200" y="2824200"/>
            <a:ext cx="4644360" cy="2643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4472c4"/>
              </a:buClr>
              <a:buFont typeface="Arial"/>
              <a:buChar char="•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Clique para editar os estilos de texto Mestres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120000"/>
              </a:lnSpc>
              <a:spcBef>
                <a:spcPts val="499"/>
              </a:spcBef>
              <a:buClr>
                <a:srgbClr val="4472c4"/>
              </a:buClr>
              <a:buFont typeface="Arial"/>
              <a:buChar char="•"/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Segundo nível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20000"/>
              </a:lnSpc>
              <a:spcBef>
                <a:spcPts val="499"/>
              </a:spcBef>
              <a:buClr>
                <a:srgbClr val="4472c4"/>
              </a:buClr>
              <a:buFont typeface="Arial"/>
              <a:buChar char="•"/>
            </a:pPr>
            <a:r>
              <a:rPr b="0" lang="pt-BR" sz="16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Terceiro nível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20000"/>
              </a:lnSpc>
              <a:spcBef>
                <a:spcPts val="499"/>
              </a:spcBef>
              <a:buClr>
                <a:srgbClr val="4472c4"/>
              </a:buClr>
              <a:buFont typeface="Arial"/>
              <a:buChar char="•"/>
            </a:pPr>
            <a:r>
              <a:rPr b="0" lang="pt-BR" sz="14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Quarto nível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20000"/>
              </a:lnSpc>
              <a:spcBef>
                <a:spcPts val="499"/>
              </a:spcBef>
              <a:buClr>
                <a:srgbClr val="4472c4"/>
              </a:buClr>
              <a:buFont typeface="Arial"/>
              <a:buChar char="•"/>
            </a:pPr>
            <a:r>
              <a:rPr b="0" lang="pt-BR" sz="12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Quinto nível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4"/>
          <p:cNvSpPr>
            <a:spLocks noGrp="1"/>
          </p:cNvSpPr>
          <p:nvPr>
            <p:ph type="body"/>
          </p:nvPr>
        </p:nvSpPr>
        <p:spPr>
          <a:xfrm>
            <a:off x="6412320" y="2022840"/>
            <a:ext cx="4644360" cy="80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pt-BR" sz="2200" strike="noStrike" u="none" cap="all">
                <a:solidFill>
                  <a:schemeClr val="accent1"/>
                </a:solidFill>
                <a:effectLst/>
                <a:uFillTx/>
                <a:latin typeface="Gill Sans MT"/>
              </a:rPr>
              <a:t>Clique para editar os estilos de texto Mestres</a:t>
            </a:r>
            <a:endParaRPr b="0" lang="pt-BR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5"/>
          <p:cNvSpPr>
            <a:spLocks noGrp="1"/>
          </p:cNvSpPr>
          <p:nvPr>
            <p:ph type="body"/>
          </p:nvPr>
        </p:nvSpPr>
        <p:spPr>
          <a:xfrm>
            <a:off x="6412320" y="2821320"/>
            <a:ext cx="4644360" cy="2636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4472c4"/>
              </a:buClr>
              <a:buFont typeface="Arial"/>
              <a:buChar char="•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Clique para editar os estilos de texto Mestres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120000"/>
              </a:lnSpc>
              <a:spcBef>
                <a:spcPts val="499"/>
              </a:spcBef>
              <a:buClr>
                <a:srgbClr val="4472c4"/>
              </a:buClr>
              <a:buFont typeface="Arial"/>
              <a:buChar char="•"/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Segundo nível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20000"/>
              </a:lnSpc>
              <a:spcBef>
                <a:spcPts val="499"/>
              </a:spcBef>
              <a:buClr>
                <a:srgbClr val="4472c4"/>
              </a:buClr>
              <a:buFont typeface="Arial"/>
              <a:buChar char="•"/>
            </a:pPr>
            <a:r>
              <a:rPr b="0" lang="pt-BR" sz="16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Terceiro nível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20000"/>
              </a:lnSpc>
              <a:spcBef>
                <a:spcPts val="499"/>
              </a:spcBef>
              <a:buClr>
                <a:srgbClr val="4472c4"/>
              </a:buClr>
              <a:buFont typeface="Arial"/>
              <a:buChar char="•"/>
            </a:pPr>
            <a:r>
              <a:rPr b="0" lang="pt-BR" sz="14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Quarto nível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20000"/>
              </a:lnSpc>
              <a:spcBef>
                <a:spcPts val="499"/>
              </a:spcBef>
              <a:buClr>
                <a:srgbClr val="4472c4"/>
              </a:buClr>
              <a:buFont typeface="Arial"/>
              <a:buChar char="•"/>
            </a:pPr>
            <a:r>
              <a:rPr b="0" lang="pt-BR" sz="12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Quinto nível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6"/>
          <p:cNvSpPr>
            <a:spLocks noGrp="1"/>
          </p:cNvSpPr>
          <p:nvPr>
            <p:ph type="dt" idx="28"/>
          </p:nvPr>
        </p:nvSpPr>
        <p:spPr>
          <a:xfrm>
            <a:off x="7554240" y="330480"/>
            <a:ext cx="3499920" cy="308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pt-BR" sz="1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Gill Sans MT"/>
              </a:rPr>
              <a:t>&lt;data/hora&gt;</a:t>
            </a:r>
            <a:endParaRPr b="0" lang="pt-B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PlaceHolder 7"/>
          <p:cNvSpPr>
            <a:spLocks noGrp="1"/>
          </p:cNvSpPr>
          <p:nvPr>
            <p:ph type="ftr" idx="29"/>
          </p:nvPr>
        </p:nvSpPr>
        <p:spPr>
          <a:xfrm>
            <a:off x="1451520" y="329400"/>
            <a:ext cx="5938200" cy="308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PlaceHolder 8"/>
          <p:cNvSpPr>
            <a:spLocks noGrp="1"/>
          </p:cNvSpPr>
          <p:nvPr>
            <p:ph type="sldNum" idx="30"/>
          </p:nvPr>
        </p:nvSpPr>
        <p:spPr>
          <a:xfrm>
            <a:off x="480240" y="798840"/>
            <a:ext cx="810360" cy="50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pt-BR" sz="2800" strike="noStrike" u="none">
                <a:solidFill>
                  <a:schemeClr val="accent1"/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103144AE-7EBE-4063-AE22-73BF9B61EF32}" type="slidenum">
              <a:rPr b="0" lang="pt-BR" sz="2800" strike="noStrike" u="none">
                <a:solidFill>
                  <a:schemeClr val="accent1"/>
                </a:solidFill>
                <a:effectLst/>
                <a:uFillTx/>
                <a:latin typeface="Gill Sans MT"/>
              </a:rPr>
              <a:t>&lt;número&gt;</a:t>
            </a:fld>
            <a:endParaRPr b="0" lang="pt-BR" sz="2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97" name="Straight Connector 28"/>
          <p:cNvCxnSpPr/>
          <p:nvPr/>
        </p:nvCxnSpPr>
        <p:spPr>
          <a:xfrm>
            <a:off x="1453680" y="1846800"/>
            <a:ext cx="9608400" cy="720"/>
          </a:xfrm>
          <a:prstGeom prst="straightConnector1">
            <a:avLst/>
          </a:prstGeom>
          <a:ln w="31750">
            <a:solidFill>
              <a:srgbClr val="4472c4"/>
            </a:solidFill>
            <a:round/>
          </a:ln>
        </p:spPr>
      </p:cxn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Somente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Rectangle 7"/>
          <p:cNvSpPr/>
          <p:nvPr/>
        </p:nvSpPr>
        <p:spPr>
          <a:xfrm>
            <a:off x="0" y="2019600"/>
            <a:ext cx="12191400" cy="4105080"/>
          </a:xfrm>
          <a:prstGeom prst="rect">
            <a:avLst/>
          </a:prstGeom>
          <a:gradFill rotWithShape="0">
            <a:gsLst>
              <a:gs pos="0">
                <a:srgbClr val="e7e6e6">
                  <a:alpha val="0"/>
                </a:srgbClr>
              </a:gs>
              <a:gs pos="100000">
                <a:srgbClr val="e7e6e6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" name="Picture 6" descr=""/>
          <p:cNvPicPr/>
          <p:nvPr/>
        </p:nvPicPr>
        <p:blipFill>
          <a:blip r:embed="rId2"/>
          <a:srcRect l="0" t="1526" r="0" b="-1526"/>
          <a:stretch/>
        </p:blipFill>
        <p:spPr>
          <a:xfrm>
            <a:off x="0" y="6126480"/>
            <a:ext cx="12191400" cy="7423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100" name="Straight Connector 9"/>
          <p:cNvCxnSpPr/>
          <p:nvPr/>
        </p:nvCxnSpPr>
        <p:spPr>
          <a:xfrm>
            <a:off x="0" y="6128280"/>
            <a:ext cx="12192480" cy="720"/>
          </a:xfrm>
          <a:prstGeom prst="straightConnector1">
            <a:avLst/>
          </a:prstGeom>
          <a:ln w="12700">
            <a:solidFill>
              <a:srgbClr val="000001">
                <a:alpha val="20000"/>
              </a:srgbClr>
            </a:solidFill>
            <a:round/>
          </a:ln>
        </p:spPr>
      </p:cxnSp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1451520" y="804600"/>
            <a:ext cx="9602640" cy="104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pt-BR" sz="3200" strike="noStrike" u="none" cap="all">
                <a:solidFill>
                  <a:schemeClr val="dk1"/>
                </a:solidFill>
                <a:effectLst/>
                <a:uFillTx/>
                <a:latin typeface="Gill Sans MT"/>
              </a:rPr>
              <a:t>Clique para editar o título Mestre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 type="dt" idx="31"/>
          </p:nvPr>
        </p:nvSpPr>
        <p:spPr>
          <a:xfrm>
            <a:off x="7554240" y="330480"/>
            <a:ext cx="3499920" cy="308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pt-BR" sz="1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Gill Sans MT"/>
              </a:rPr>
              <a:t>&lt;data/hora&gt;</a:t>
            </a:r>
            <a:endParaRPr b="0" lang="pt-B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 type="ftr" idx="32"/>
          </p:nvPr>
        </p:nvSpPr>
        <p:spPr>
          <a:xfrm>
            <a:off x="1451520" y="329400"/>
            <a:ext cx="5938200" cy="308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PlaceHolder 4"/>
          <p:cNvSpPr>
            <a:spLocks noGrp="1"/>
          </p:cNvSpPr>
          <p:nvPr>
            <p:ph type="sldNum" idx="33"/>
          </p:nvPr>
        </p:nvSpPr>
        <p:spPr>
          <a:xfrm>
            <a:off x="480240" y="798840"/>
            <a:ext cx="810360" cy="50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pt-BR" sz="2800" strike="noStrike" u="none">
                <a:solidFill>
                  <a:schemeClr val="accent1"/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41846F1A-24B4-4F55-B839-27C9C613E4ED}" type="slidenum">
              <a:rPr b="0" lang="pt-BR" sz="2800" strike="noStrike" u="none">
                <a:solidFill>
                  <a:schemeClr val="accent1"/>
                </a:solidFill>
                <a:effectLst/>
                <a:uFillTx/>
                <a:latin typeface="Gill Sans MT"/>
              </a:rPr>
              <a:t>&lt;número&gt;</a:t>
            </a:fld>
            <a:endParaRPr b="0" lang="pt-BR" sz="2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105" name="Straight Connector 24"/>
          <p:cNvCxnSpPr/>
          <p:nvPr/>
        </p:nvCxnSpPr>
        <p:spPr>
          <a:xfrm>
            <a:off x="1453680" y="1846800"/>
            <a:ext cx="9608400" cy="720"/>
          </a:xfrm>
          <a:prstGeom prst="straightConnector1">
            <a:avLst/>
          </a:prstGeom>
          <a:ln w="31750">
            <a:solidFill>
              <a:srgbClr val="4472c4"/>
            </a:solidFill>
            <a:round/>
          </a:ln>
        </p:spPr>
      </p:cxnSp>
      <p:sp>
        <p:nvSpPr>
          <p:cNvPr id="10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2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Clique para editar o formato de texto dos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2.º nível de tópicos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2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3.º nível de tópicos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2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4.º nível de tópicos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5.º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6.º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Gill Sans MT"/>
              </a:rPr>
              <a:t>7.º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930240" y="693720"/>
            <a:ext cx="10041840" cy="2734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0" anchor="b">
            <a:normAutofit lnSpcReduction="9999"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pt-BR" sz="6600" strike="noStrike" u="none" cap="all">
                <a:solidFill>
                  <a:schemeClr val="dk1"/>
                </a:solidFill>
                <a:effectLst/>
                <a:uFillTx/>
                <a:latin typeface="Times New Roman"/>
              </a:rPr>
              <a:t>Trabalho de Modelagem de Software</a:t>
            </a:r>
            <a:endParaRPr b="0" lang="pt-BR" sz="6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subTitle"/>
          </p:nvPr>
        </p:nvSpPr>
        <p:spPr>
          <a:xfrm>
            <a:off x="1268640" y="3429000"/>
            <a:ext cx="7766280" cy="185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85000" lnSpcReduction="19999"/>
          </a:bodyPr>
          <a:p>
            <a:pPr indent="0" algn="just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pt-BR" sz="6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indent="-857160" defTabSz="914400">
              <a:lnSpc>
                <a:spcPct val="120000"/>
              </a:lnSpc>
              <a:spcBef>
                <a:spcPts val="1001"/>
              </a:spcBef>
              <a:buClr>
                <a:srgbClr val="ed7d31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1" lang="pt-BR" sz="2600" strike="noStrike" u="none" cap="all">
                <a:solidFill>
                  <a:schemeClr val="dk1"/>
                </a:solidFill>
                <a:effectLst/>
                <a:uFillTx/>
                <a:latin typeface="Times New Roman"/>
              </a:rPr>
              <a:t>Gabriel Teixeira Picardi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indent="-857160" defTabSz="914400">
              <a:lnSpc>
                <a:spcPct val="120000"/>
              </a:lnSpc>
              <a:spcBef>
                <a:spcPts val="1001"/>
              </a:spcBef>
              <a:buClr>
                <a:srgbClr val="ed7d31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1" lang="pt-BR" sz="2600" strike="noStrike" u="none" cap="all">
                <a:solidFill>
                  <a:schemeClr val="dk1"/>
                </a:solidFill>
                <a:effectLst/>
                <a:uFillTx/>
                <a:latin typeface="Times New Roman"/>
              </a:rPr>
              <a:t>Hygor Moreira Reis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9" name="Imagem 5" descr=""/>
          <p:cNvPicPr/>
          <p:nvPr/>
        </p:nvPicPr>
        <p:blipFill>
          <a:blip r:embed="rId1"/>
          <a:stretch/>
        </p:blipFill>
        <p:spPr>
          <a:xfrm>
            <a:off x="0" y="5234040"/>
            <a:ext cx="4224600" cy="929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1074600" y="693720"/>
            <a:ext cx="10041840" cy="2734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pt-BR" sz="6000" strike="noStrike" u="none" cap="all">
                <a:solidFill>
                  <a:schemeClr val="dk1"/>
                </a:solidFill>
                <a:effectLst/>
                <a:uFillTx/>
                <a:latin typeface="Times New Roman"/>
              </a:rPr>
              <a:t>Diagrama de Estado</a:t>
            </a:r>
            <a:endParaRPr b="0" lang="pt-BR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Imagem 4" descr=""/>
          <p:cNvPicPr/>
          <p:nvPr/>
        </p:nvPicPr>
        <p:blipFill>
          <a:blip r:embed="rId1"/>
          <a:stretch/>
        </p:blipFill>
        <p:spPr>
          <a:xfrm>
            <a:off x="0" y="-112680"/>
            <a:ext cx="12191400" cy="72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182880" y="196920"/>
            <a:ext cx="4458600" cy="81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pt-BR" sz="3200" strike="noStrike" u="none" cap="all">
                <a:solidFill>
                  <a:schemeClr val="accent1"/>
                </a:solidFill>
                <a:effectLst/>
                <a:uFillTx/>
                <a:latin typeface="Times New Roman"/>
              </a:rPr>
              <a:t>AtendimentO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Imagem 3" descr=""/>
          <p:cNvPicPr/>
          <p:nvPr/>
        </p:nvPicPr>
        <p:blipFill>
          <a:blip r:embed="rId1"/>
          <a:stretch/>
        </p:blipFill>
        <p:spPr>
          <a:xfrm>
            <a:off x="2468520" y="0"/>
            <a:ext cx="7254000" cy="609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" name="CaixaDeTexto 17"/>
          <p:cNvSpPr/>
          <p:nvPr/>
        </p:nvSpPr>
        <p:spPr>
          <a:xfrm>
            <a:off x="323640" y="309600"/>
            <a:ext cx="2390760" cy="58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pt-BR" sz="3200" strike="noStrike" u="none">
                <a:solidFill>
                  <a:schemeClr val="accent1"/>
                </a:solidFill>
                <a:effectLst/>
                <a:uFillTx/>
                <a:latin typeface="Times New Roman"/>
              </a:rPr>
              <a:t>MEDIDOR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CaixaDeTexto 17"/>
          <p:cNvSpPr/>
          <p:nvPr/>
        </p:nvSpPr>
        <p:spPr>
          <a:xfrm>
            <a:off x="323640" y="309600"/>
            <a:ext cx="2390760" cy="10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pt-BR" sz="3200" strike="noStrike" u="none">
                <a:solidFill>
                  <a:schemeClr val="accent1"/>
                </a:solidFill>
                <a:effectLst/>
                <a:uFillTx/>
                <a:latin typeface="Times New Roman"/>
              </a:rPr>
              <a:t>FATURA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6" name="Imagem 2" descr=""/>
          <p:cNvPicPr/>
          <p:nvPr/>
        </p:nvPicPr>
        <p:blipFill>
          <a:blip r:embed="rId1"/>
          <a:stretch/>
        </p:blipFill>
        <p:spPr>
          <a:xfrm>
            <a:off x="2025000" y="0"/>
            <a:ext cx="8141040" cy="6076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1074600" y="693720"/>
            <a:ext cx="10041840" cy="2734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pt-BR" sz="6000" strike="noStrike" u="none" cap="all">
                <a:solidFill>
                  <a:schemeClr val="dk1"/>
                </a:solidFill>
                <a:effectLst/>
                <a:uFillTx/>
                <a:latin typeface="Times New Roman"/>
              </a:rPr>
              <a:t>Diagrama de Classe de Projeto</a:t>
            </a:r>
            <a:endParaRPr b="0" lang="pt-BR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" descr=""/>
          <p:cNvPicPr/>
          <p:nvPr/>
        </p:nvPicPr>
        <p:blipFill>
          <a:blip r:embed="rId1"/>
          <a:stretch/>
        </p:blipFill>
        <p:spPr>
          <a:xfrm>
            <a:off x="0" y="13320"/>
            <a:ext cx="12192120" cy="6106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1074600" y="693720"/>
            <a:ext cx="10041840" cy="2734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pt-BR" sz="6000" strike="noStrike" u="none" cap="all">
                <a:solidFill>
                  <a:schemeClr val="dk1"/>
                </a:solidFill>
                <a:effectLst/>
                <a:uFillTx/>
                <a:latin typeface="Times New Roman"/>
              </a:rPr>
              <a:t>Diagrama de Sequência de Projeto</a:t>
            </a:r>
            <a:endParaRPr b="0" lang="pt-BR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Imagem 5" descr=""/>
          <p:cNvPicPr/>
          <p:nvPr/>
        </p:nvPicPr>
        <p:blipFill>
          <a:blip r:embed="rId1"/>
          <a:stretch/>
        </p:blipFill>
        <p:spPr>
          <a:xfrm>
            <a:off x="0" y="647280"/>
            <a:ext cx="12191400" cy="547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CaixaDeTexto 6"/>
          <p:cNvSpPr/>
          <p:nvPr/>
        </p:nvSpPr>
        <p:spPr>
          <a:xfrm>
            <a:off x="196920" y="168840"/>
            <a:ext cx="2975760" cy="58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pt-BR" sz="3200" strike="noStrike" u="none">
                <a:solidFill>
                  <a:schemeClr val="accent1"/>
                </a:solidFill>
                <a:effectLst/>
                <a:uFillTx/>
                <a:latin typeface="Times New Roman"/>
              </a:rPr>
              <a:t>INSTALAÇÃO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CaixaDeTexto 6"/>
          <p:cNvSpPr/>
          <p:nvPr/>
        </p:nvSpPr>
        <p:spPr>
          <a:xfrm>
            <a:off x="196920" y="168840"/>
            <a:ext cx="2975760" cy="10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pt-BR" sz="3200" strike="noStrike" u="none">
                <a:solidFill>
                  <a:schemeClr val="accent1"/>
                </a:solidFill>
                <a:effectLst/>
                <a:uFillTx/>
                <a:latin typeface="Times New Roman"/>
              </a:rPr>
              <a:t>SERVIÇO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3" name="Imagem 2" descr=""/>
          <p:cNvPicPr/>
          <p:nvPr/>
        </p:nvPicPr>
        <p:blipFill>
          <a:blip r:embed="rId1"/>
          <a:stretch/>
        </p:blipFill>
        <p:spPr>
          <a:xfrm>
            <a:off x="0" y="938880"/>
            <a:ext cx="12191400" cy="4979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CaixaDeTexto 6"/>
          <p:cNvSpPr/>
          <p:nvPr/>
        </p:nvSpPr>
        <p:spPr>
          <a:xfrm>
            <a:off x="196920" y="168840"/>
            <a:ext cx="5752800" cy="58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pt-BR" sz="3200" strike="noStrike" u="none">
                <a:solidFill>
                  <a:schemeClr val="accent1"/>
                </a:solidFill>
                <a:effectLst/>
                <a:uFillTx/>
                <a:latin typeface="Times New Roman"/>
              </a:rPr>
              <a:t>VERIFICAR PAGAMENTO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5" name="Imagem 2" descr=""/>
          <p:cNvPicPr/>
          <p:nvPr/>
        </p:nvPicPr>
        <p:blipFill>
          <a:blip r:embed="rId1"/>
          <a:stretch/>
        </p:blipFill>
        <p:spPr>
          <a:xfrm>
            <a:off x="0" y="1188000"/>
            <a:ext cx="12191400" cy="4481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1074600" y="693720"/>
            <a:ext cx="10041840" cy="2734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pt-BR" sz="6000" strike="noStrike" u="none" cap="all">
                <a:solidFill>
                  <a:schemeClr val="dk1"/>
                </a:solidFill>
                <a:effectLst/>
                <a:uFillTx/>
                <a:latin typeface="Times New Roman"/>
              </a:rPr>
              <a:t>Diagrama de IMPLANTAÇÃO</a:t>
            </a:r>
            <a:endParaRPr b="0" lang="pt-BR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CaixaDeTexto 6"/>
          <p:cNvSpPr/>
          <p:nvPr/>
        </p:nvSpPr>
        <p:spPr>
          <a:xfrm>
            <a:off x="196920" y="168840"/>
            <a:ext cx="5752800" cy="10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pt-BR" sz="3200" strike="noStrike" u="none">
                <a:solidFill>
                  <a:schemeClr val="accent1"/>
                </a:solidFill>
                <a:effectLst/>
                <a:uFillTx/>
                <a:latin typeface="Times New Roman"/>
              </a:rPr>
              <a:t>SISTEMA WEB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8" name="Imagem 3" descr=""/>
          <p:cNvPicPr/>
          <p:nvPr/>
        </p:nvPicPr>
        <p:blipFill>
          <a:blip r:embed="rId1"/>
          <a:stretch/>
        </p:blipFill>
        <p:spPr>
          <a:xfrm>
            <a:off x="0" y="661320"/>
            <a:ext cx="12191400" cy="5415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CaixaDeTexto 6"/>
          <p:cNvSpPr/>
          <p:nvPr/>
        </p:nvSpPr>
        <p:spPr>
          <a:xfrm>
            <a:off x="196920" y="168840"/>
            <a:ext cx="5752800" cy="10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pt-BR" sz="3200" strike="noStrike" u="none">
                <a:solidFill>
                  <a:schemeClr val="accent1"/>
                </a:solidFill>
                <a:effectLst/>
                <a:uFillTx/>
                <a:latin typeface="Times New Roman"/>
              </a:rPr>
              <a:t>SISTEMA ANDROID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0" name="Imagem 2" descr=""/>
          <p:cNvPicPr/>
          <p:nvPr/>
        </p:nvPicPr>
        <p:blipFill>
          <a:blip r:embed="rId1"/>
          <a:stretch/>
        </p:blipFill>
        <p:spPr>
          <a:xfrm>
            <a:off x="0" y="689400"/>
            <a:ext cx="12191400" cy="5412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0" y="804600"/>
            <a:ext cx="12191400" cy="487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pt-BR" sz="14900" strike="noStrike" u="none" cap="all">
                <a:solidFill>
                  <a:schemeClr val="dk1"/>
                </a:solidFill>
                <a:effectLst/>
                <a:uFillTx/>
                <a:latin typeface="Times New Roman"/>
              </a:rPr>
              <a:t> </a:t>
            </a:r>
            <a:br>
              <a:rPr sz="14900"/>
            </a:br>
            <a:r>
              <a:rPr b="0" lang="pt-BR" sz="14900" strike="noStrike" u="none" cap="all">
                <a:solidFill>
                  <a:schemeClr val="dk1"/>
                </a:solidFill>
                <a:effectLst/>
                <a:uFillTx/>
                <a:latin typeface="Times New Roman"/>
              </a:rPr>
              <a:t>     </a:t>
            </a:r>
            <a:r>
              <a:rPr b="0" lang="pt-BR" sz="10300" strike="noStrike" u="none" cap="all">
                <a:solidFill>
                  <a:schemeClr val="dk1"/>
                </a:solidFill>
                <a:effectLst/>
                <a:uFillTx/>
                <a:latin typeface="Times New Roman"/>
              </a:rPr>
              <a:t>Obrigado!</a:t>
            </a:r>
            <a:endParaRPr b="0" lang="pt-BR" sz="10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Galeria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Galeria">
      <a:majorFont>
        <a:latin typeface="Gill Sans MT" panose="020B0502020104020203" pitchFamily="0" charset="1"/>
        <a:ea typeface=""/>
        <a:cs typeface=""/>
      </a:majorFont>
      <a:minorFont>
        <a:latin typeface="Gill Sans MT" panose="020B05020201040202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4000"/>
                <a:lumMod val="110000"/>
              </a:schemeClr>
            </a:gs>
            <a:gs pos="100000">
              <a:schemeClr val="phClr">
                <a:tint val="78000"/>
                <a:lumMod val="10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8000"/>
                <a:lumMod val="104000"/>
              </a:schemeClr>
            </a:gs>
            <a:gs pos="69000">
              <a:schemeClr val="phClr">
                <a:shade val="88000"/>
                <a:lumMod val="92000"/>
              </a:schemeClr>
            </a:gs>
            <a:gs pos="100000">
              <a:schemeClr val="phClr">
                <a:shade val="78000"/>
                <a:lumMod val="92000"/>
              </a:schemeClr>
            </a:gs>
          </a:gsLst>
          <a:lin ang="5400000" scaled="0"/>
          <a:tileRect l="0" t="0" r="0" b="0"/>
        </a:gradFill>
      </a:fillStyleLst>
      <a:lnStyleLst>
        <a:ln w="9525" cap="flat" cmpd="sng" algn="ctr">
          <a:prstDash val="solid"/>
        </a:ln>
        <a:ln w="15875" cap="flat" cmpd="sng" algn="ctr">
          <a:prstDash val="solid"/>
        </a:ln>
        <a:ln w="22225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gradFill>
          <a:gsLst>
            <a:gs pos="0">
              <a:schemeClr val="phClr">
                <a:tint val="94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TM10001114[[fn=Galeria]]</Template>
  <TotalTime>1897</TotalTime>
  <Application>LibreOffice/25.2.7.2$Windows_X86_64 LibreOffice_project/5cbfd1ab6520636bb5f7b99185aa69bd7456825d</Application>
  <AppVersion>15.0000</AppVersion>
  <Words>43</Words>
  <Paragraphs>17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2022-06-13T16:34:12Z</dcterms:created>
  <dc:creator>Hygor Reis</dc:creator>
  <dc:description/>
  <dc:language>pt-BR</dc:language>
  <cp:lastModifiedBy/>
  <dcterms:modified xsi:type="dcterms:W3CDTF">2025-12-11T14:40:14Z</dcterms:modified>
  <cp:revision>52</cp:revision>
  <dc:subject/>
  <dc:title>Trabalho de inglês 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15</vt:i4>
  </property>
</Properties>
</file>